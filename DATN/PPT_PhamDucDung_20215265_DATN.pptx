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Lst>
  <p:notesMasterIdLst>
    <p:notesMasterId r:id="rId34"/>
  </p:notesMasterIdLst>
  <p:handoutMasterIdLst>
    <p:handoutMasterId r:id="rId35"/>
  </p:handoutMasterIdLst>
  <p:sldIdLst>
    <p:sldId id="259" r:id="rId4"/>
    <p:sldId id="256" r:id="rId5"/>
    <p:sldId id="257" r:id="rId6"/>
    <p:sldId id="263" r:id="rId7"/>
    <p:sldId id="260" r:id="rId8"/>
    <p:sldId id="269" r:id="rId9"/>
    <p:sldId id="270" r:id="rId10"/>
    <p:sldId id="258" r:id="rId11"/>
    <p:sldId id="272" r:id="rId12"/>
    <p:sldId id="273" r:id="rId13"/>
    <p:sldId id="274" r:id="rId14"/>
    <p:sldId id="275" r:id="rId15"/>
    <p:sldId id="283" r:id="rId16"/>
    <p:sldId id="286" r:id="rId17"/>
    <p:sldId id="285" r:id="rId18"/>
    <p:sldId id="284" r:id="rId19"/>
    <p:sldId id="265" r:id="rId20"/>
    <p:sldId id="293" r:id="rId21"/>
    <p:sldId id="297" r:id="rId22"/>
    <p:sldId id="296" r:id="rId23"/>
    <p:sldId id="298" r:id="rId24"/>
    <p:sldId id="299" r:id="rId25"/>
    <p:sldId id="300" r:id="rId26"/>
    <p:sldId id="301" r:id="rId27"/>
    <p:sldId id="302" r:id="rId28"/>
    <p:sldId id="303" r:id="rId29"/>
    <p:sldId id="304" r:id="rId30"/>
    <p:sldId id="305" r:id="rId31"/>
    <p:sldId id="307" r:id="rId32"/>
    <p:sldId id="262"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7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4660"/>
  </p:normalViewPr>
  <p:slideViewPr>
    <p:cSldViewPr snapToGrid="0">
      <p:cViewPr varScale="1">
        <p:scale>
          <a:sx n="121" d="100"/>
          <a:sy n="121" d="100"/>
        </p:scale>
        <p:origin x="384"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1" Type="http://schemas.openxmlformats.org/officeDocument/2006/relationships/customXml" Target="../customXml/item3.xml"/><Relationship Id="rId40" Type="http://schemas.openxmlformats.org/officeDocument/2006/relationships/customXml" Target="../customXml/item2.xml"/><Relationship Id="rId4" Type="http://schemas.openxmlformats.org/officeDocument/2006/relationships/slide" Target="slides/slide1.xml"/><Relationship Id="rId39" Type="http://schemas.openxmlformats.org/officeDocument/2006/relationships/customXml" Target="../customXml/item1.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handoutMaster" Target="handoutMasters/handoutMaster1.xml"/><Relationship Id="rId34" Type="http://schemas.openxmlformats.org/officeDocument/2006/relationships/notesMaster" Target="notesMasters/notesMaster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fld>
            <a:endParaRPr 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fld>
            <a:endParaRPr 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Date Placeholder 3"/>
          <p:cNvSpPr>
            <a:spLocks noGrp="1"/>
          </p:cNvSpPr>
          <p:nvPr>
            <p:ph type="dt" sz="half" idx="10"/>
          </p:nvPr>
        </p:nvSpPr>
        <p:spPr>
          <a:xfrm>
            <a:off x="838200" y="6486006"/>
            <a:ext cx="27432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58E92B09-5AF4-4E86-A8BE-E866F0E2C017}" type="datetime1">
              <a:rPr lang="en-US" smtClean="0"/>
            </a:fld>
            <a:endParaRPr lang="en-US" dirty="0"/>
          </a:p>
        </p:txBody>
      </p:sp>
      <p:sp>
        <p:nvSpPr>
          <p:cNvPr id="10" name="Footer Placeholder 4"/>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1" name="Slide Number Placeholder 5"/>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fld>
            <a:endParaRPr lang="en-US" dirty="0"/>
          </a:p>
        </p:txBody>
      </p:sp>
      <p:sp>
        <p:nvSpPr>
          <p:cNvPr id="5" name="Footer Placeholder 4"/>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6" name="Slide Number Placeholder 5"/>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fld>
            <a:endParaRPr lang="en-US" dirty="0"/>
          </a:p>
        </p:txBody>
      </p:sp>
      <p:sp>
        <p:nvSpPr>
          <p:cNvPr id="7" name="Title 8"/>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a:t>
            </a:r>
            <a:endParaRPr lang="en-US" dirty="0"/>
          </a:p>
        </p:txBody>
      </p:sp>
      <p:sp>
        <p:nvSpPr>
          <p:cNvPr id="8" name="Content Placeholder 7"/>
          <p:cNvSpPr>
            <a:spLocks noGrp="1"/>
          </p:cNvSpPr>
          <p:nvPr>
            <p:ph sz="quarter" idx="13"/>
          </p:nvPr>
        </p:nvSpPr>
        <p:spPr>
          <a:xfrm>
            <a:off x="338736" y="1058844"/>
            <a:ext cx="11514528" cy="490912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fld>
            <a:endParaRPr lang="en-US" dirty="0"/>
          </a:p>
        </p:txBody>
      </p:sp>
      <p:sp>
        <p:nvSpPr>
          <p:cNvPr id="9" name="Footer Placeholder 4"/>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0" name="Slide Number Placeholder 5"/>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fld>
            <a:endParaRPr lang="en-US" dirty="0"/>
          </a:p>
        </p:txBody>
      </p:sp>
      <p:sp>
        <p:nvSpPr>
          <p:cNvPr id="11" name="Title 8"/>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a:t>
            </a:r>
            <a:endParaRPr lang="en-US" dirty="0"/>
          </a:p>
        </p:txBody>
      </p:sp>
      <p:sp>
        <p:nvSpPr>
          <p:cNvPr id="12" name="Chart Placeholder 9"/>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endParaRPr lang="en-US" dirty="0"/>
          </a:p>
        </p:txBody>
      </p:sp>
      <p:sp>
        <p:nvSpPr>
          <p:cNvPr id="13" name="Picture Placeholder 11"/>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a:t>
            </a:r>
            <a:endParaRPr lang="en-US" dirty="0"/>
          </a:p>
        </p:txBody>
      </p:sp>
      <p:sp>
        <p:nvSpPr>
          <p:cNvPr id="12" name="Text Placeholder 9"/>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3" name="Date Placeholder 3"/>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fld>
            <a:endParaRPr lang="en-US" dirty="0"/>
          </a:p>
        </p:txBody>
      </p:sp>
      <p:sp>
        <p:nvSpPr>
          <p:cNvPr id="14" name="Footer Placeholder 4"/>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19A9EFEF-A194-4819-82D7-1112425D0E86}" type="datetime1">
              <a:rPr lang="en-US" smtClean="0"/>
            </a:fld>
            <a:endParaRPr lang="en-US"/>
          </a:p>
        </p:txBody>
      </p:sp>
      <p:sp>
        <p:nvSpPr>
          <p:cNvPr id="8" name="Footer Placeholder 4"/>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9" name="Slide Number Placeholder 5"/>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fld>
            <a:endParaRPr lang="en-US"/>
          </a:p>
        </p:txBody>
      </p:sp>
      <p:sp>
        <p:nvSpPr>
          <p:cNvPr id="10" name="Title 8"/>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a:t>
            </a:r>
            <a:endParaRPr lang="en-US" dirty="0"/>
          </a:p>
        </p:txBody>
      </p:sp>
      <p:sp>
        <p:nvSpPr>
          <p:cNvPr id="11" name="Chart Placeholder 14"/>
          <p:cNvSpPr>
            <a:spLocks noGrp="1"/>
          </p:cNvSpPr>
          <p:nvPr>
            <p:ph type="chart" sz="quarter" idx="13" hasCustomPrompt="1"/>
          </p:nvPr>
        </p:nvSpPr>
        <p:spPr>
          <a:xfrm>
            <a:off x="338736" y="1406525"/>
            <a:ext cx="5757264" cy="4670425"/>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endParaRPr lang="en-US" dirty="0"/>
          </a:p>
        </p:txBody>
      </p:sp>
      <p:sp>
        <p:nvSpPr>
          <p:cNvPr id="12" name="Table Placeholder 16"/>
          <p:cNvSpPr>
            <a:spLocks noGrp="1"/>
          </p:cNvSpPr>
          <p:nvPr>
            <p:ph type="tbl" sz="quarter" idx="14" hasCustomPrompt="1"/>
          </p:nvPr>
        </p:nvSpPr>
        <p:spPr>
          <a:xfrm>
            <a:off x="6210300" y="1392239"/>
            <a:ext cx="5592763" cy="46847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Table</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Date Placeholder 3"/>
          <p:cNvSpPr>
            <a:spLocks noGrp="1"/>
          </p:cNvSpPr>
          <p:nvPr>
            <p:ph type="dt" sz="half" idx="10"/>
          </p:nvPr>
        </p:nvSpPr>
        <p:spPr>
          <a:xfrm>
            <a:off x="838200" y="6486006"/>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EEBFCEF3-2DDE-476B-8A96-303EC557333C}" type="datetime1">
              <a:rPr lang="en-US" smtClean="0"/>
            </a:fld>
            <a:endParaRPr lang="en-US"/>
          </a:p>
        </p:txBody>
      </p:sp>
      <p:sp>
        <p:nvSpPr>
          <p:cNvPr id="7" name="Footer Placeholder 4"/>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8" name="Slide Number Placeholder 5"/>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fld>
            <a:endParaRPr lang="en-US" dirty="0"/>
          </a:p>
        </p:txBody>
      </p:sp>
      <p:sp>
        <p:nvSpPr>
          <p:cNvPr id="9" name="Content Placeholder 4"/>
          <p:cNvSpPr>
            <a:spLocks noGrp="1"/>
          </p:cNvSpPr>
          <p:nvPr>
            <p:ph sz="quarter" idx="13"/>
          </p:nvPr>
        </p:nvSpPr>
        <p:spPr>
          <a:xfrm>
            <a:off x="4558372" y="1248325"/>
            <a:ext cx="7391400" cy="52054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0" name="Title 8"/>
          <p:cNvSpPr>
            <a:spLocks noGrp="1"/>
          </p:cNvSpPr>
          <p:nvPr>
            <p:ph type="title" hasCustomPrompt="1"/>
          </p:nvPr>
        </p:nvSpPr>
        <p:spPr>
          <a:xfrm>
            <a:off x="4558372" y="404265"/>
            <a:ext cx="7391400" cy="436098"/>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dirty="0"/>
              <a:t>Title 5:……………………………………..</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a:t>
            </a:r>
            <a:endParaRPr lang="en-US" dirty="0"/>
          </a:p>
        </p:txBody>
      </p:sp>
      <p:sp>
        <p:nvSpPr>
          <p:cNvPr id="12" name="Text Placeholder 9"/>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3" name="Date Placeholder 3"/>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fld>
            <a:endParaRPr lang="en-US"/>
          </a:p>
        </p:txBody>
      </p:sp>
      <p:sp>
        <p:nvSpPr>
          <p:cNvPr id="14" name="Footer Placeholder 4"/>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fld>
            <a:endParaRPr lang="en-US"/>
          </a:p>
        </p:txBody>
      </p:sp>
      <p:sp>
        <p:nvSpPr>
          <p:cNvPr id="9" name="Footer Placeholder 4"/>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fld>
            <a:endParaRPr lang="en-US"/>
          </a:p>
        </p:txBody>
      </p:sp>
      <p:sp>
        <p:nvSpPr>
          <p:cNvPr id="11" name="Title 8"/>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a:t>
            </a:r>
            <a:endParaRPr lang="en-US" dirty="0"/>
          </a:p>
        </p:txBody>
      </p:sp>
      <p:sp>
        <p:nvSpPr>
          <p:cNvPr id="12" name="Chart Placeholder 9"/>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endParaRPr lang="en-US" dirty="0"/>
          </a:p>
        </p:txBody>
      </p:sp>
      <p:sp>
        <p:nvSpPr>
          <p:cNvPr id="13" name="Picture Placeholder 11"/>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a:t>
            </a:r>
            <a:endParaRPr lang="en-US" dirty="0"/>
          </a:p>
        </p:txBody>
      </p:sp>
      <p:sp>
        <p:nvSpPr>
          <p:cNvPr id="12" name="Text Placeholder 9"/>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3" name="Date Placeholder 3"/>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fld>
            <a:endParaRPr lang="en-US"/>
          </a:p>
        </p:txBody>
      </p:sp>
      <p:sp>
        <p:nvSpPr>
          <p:cNvPr id="14" name="Footer Placeholder 4"/>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fld>
            <a:endParaRPr lang="en-US"/>
          </a:p>
        </p:txBody>
      </p:sp>
      <p:sp>
        <p:nvSpPr>
          <p:cNvPr id="9" name="Footer Placeholder 4"/>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fld>
            <a:endParaRPr lang="en-US"/>
          </a:p>
        </p:txBody>
      </p:sp>
      <p:sp>
        <p:nvSpPr>
          <p:cNvPr id="11" name="Title 8"/>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a:t>
            </a:r>
            <a:endParaRPr lang="en-US" dirty="0"/>
          </a:p>
        </p:txBody>
      </p:sp>
      <p:sp>
        <p:nvSpPr>
          <p:cNvPr id="12" name="Chart Placeholder 9"/>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endParaRPr lang="en-US" dirty="0"/>
          </a:p>
        </p:txBody>
      </p:sp>
      <p:sp>
        <p:nvSpPr>
          <p:cNvPr id="13" name="Picture Placeholder 11"/>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p:cNvSpPr>
            <a:spLocks noGrp="1"/>
          </p:cNvSpPr>
          <p:nvPr>
            <p:ph type="dt" sz="half" idx="10"/>
          </p:nvPr>
        </p:nvSpPr>
        <p:spPr>
          <a:xfrm>
            <a:off x="838200" y="6492875"/>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82F65D4C-DEE4-4C7B-91C4-D6D57A523E98}" type="datetime1">
              <a:rPr lang="en-US" smtClean="0"/>
            </a:fld>
            <a:endParaRPr lang="en-US"/>
          </a:p>
        </p:txBody>
      </p:sp>
      <p:sp>
        <p:nvSpPr>
          <p:cNvPr id="9" name="Footer Placeholder 4"/>
          <p:cNvSpPr>
            <a:spLocks noGrp="1"/>
          </p:cNvSpPr>
          <p:nvPr>
            <p:ph type="ftr" sz="quarter" idx="11"/>
          </p:nvPr>
        </p:nvSpPr>
        <p:spPr>
          <a:xfrm>
            <a:off x="4038600" y="6492875"/>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0" name="Slide Number Placeholder 5"/>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4"/>
          <p:cNvSpPr>
            <a:spLocks noGrp="1"/>
          </p:cNvSpPr>
          <p:nvPr>
            <p:ph type="title" hasCustomPrompt="1"/>
          </p:nvPr>
        </p:nvSpPr>
        <p:spPr>
          <a:xfrm>
            <a:off x="3788898" y="2461846"/>
            <a:ext cx="4614203" cy="1934307"/>
          </a:xfrm>
          <a:prstGeom prst="rect">
            <a:avLst/>
          </a:prstGeom>
        </p:spPr>
        <p:txBody>
          <a:bodyPr/>
          <a:lstStyle>
            <a:lvl1pPr algn="ctr">
              <a:defRPr sz="4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Date Placeholder 3"/>
          <p:cNvSpPr>
            <a:spLocks noGrp="1"/>
          </p:cNvSpPr>
          <p:nvPr>
            <p:ph type="dt" sz="half" idx="10"/>
          </p:nvPr>
        </p:nvSpPr>
        <p:spPr>
          <a:xfrm>
            <a:off x="838200" y="6486006"/>
            <a:ext cx="27432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58E92B09-5AF4-4E86-A8BE-E866F0E2C017}" type="datetime1">
              <a:rPr lang="en-US" smtClean="0"/>
            </a:fld>
            <a:endParaRPr lang="en-US" dirty="0"/>
          </a:p>
        </p:txBody>
      </p:sp>
      <p:sp>
        <p:nvSpPr>
          <p:cNvPr id="10" name="Footer Placeholder 4"/>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1" name="Slide Number Placeholder 5"/>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fld>
            <a:endParaRPr lang="en-US" dirty="0"/>
          </a:p>
        </p:txBody>
      </p:sp>
      <p:sp>
        <p:nvSpPr>
          <p:cNvPr id="5" name="Footer Placeholder 4"/>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6" name="Slide Number Placeholder 5"/>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fld>
            <a:endParaRPr lang="en-US" dirty="0"/>
          </a:p>
        </p:txBody>
      </p:sp>
      <p:sp>
        <p:nvSpPr>
          <p:cNvPr id="7" name="Title 8"/>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a:t>
            </a:r>
            <a:endParaRPr lang="en-US" dirty="0"/>
          </a:p>
        </p:txBody>
      </p:sp>
      <p:sp>
        <p:nvSpPr>
          <p:cNvPr id="8" name="Content Placeholder 7"/>
          <p:cNvSpPr>
            <a:spLocks noGrp="1"/>
          </p:cNvSpPr>
          <p:nvPr>
            <p:ph sz="quarter" idx="13"/>
          </p:nvPr>
        </p:nvSpPr>
        <p:spPr>
          <a:xfrm>
            <a:off x="338736" y="1058844"/>
            <a:ext cx="11514528" cy="490912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fld>
            <a:endParaRPr lang="en-US" dirty="0"/>
          </a:p>
        </p:txBody>
      </p:sp>
      <p:sp>
        <p:nvSpPr>
          <p:cNvPr id="9" name="Footer Placeholder 4"/>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0" name="Slide Number Placeholder 5"/>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fld>
            <a:endParaRPr lang="en-US" dirty="0"/>
          </a:p>
        </p:txBody>
      </p:sp>
      <p:sp>
        <p:nvSpPr>
          <p:cNvPr id="11" name="Title 8"/>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a:t>
            </a:r>
            <a:endParaRPr lang="en-US" dirty="0"/>
          </a:p>
        </p:txBody>
      </p:sp>
      <p:sp>
        <p:nvSpPr>
          <p:cNvPr id="12" name="Chart Placeholder 9"/>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endParaRPr lang="en-US" dirty="0"/>
          </a:p>
        </p:txBody>
      </p:sp>
      <p:sp>
        <p:nvSpPr>
          <p:cNvPr id="13" name="Picture Placeholder 11"/>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a:t>
            </a:r>
            <a:endParaRPr lang="en-US" dirty="0"/>
          </a:p>
        </p:txBody>
      </p:sp>
      <p:sp>
        <p:nvSpPr>
          <p:cNvPr id="12" name="Text Placeholder 9"/>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3" name="Date Placeholder 3"/>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fld>
            <a:endParaRPr lang="en-US" dirty="0"/>
          </a:p>
        </p:txBody>
      </p:sp>
      <p:sp>
        <p:nvSpPr>
          <p:cNvPr id="14" name="Footer Placeholder 4"/>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19A9EFEF-A194-4819-82D7-1112425D0E86}" type="datetime1">
              <a:rPr lang="en-US" smtClean="0"/>
            </a:fld>
            <a:endParaRPr lang="en-US"/>
          </a:p>
        </p:txBody>
      </p:sp>
      <p:sp>
        <p:nvSpPr>
          <p:cNvPr id="8" name="Footer Placeholder 4"/>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9" name="Slide Number Placeholder 5"/>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fld>
            <a:endParaRPr lang="en-US"/>
          </a:p>
        </p:txBody>
      </p:sp>
      <p:sp>
        <p:nvSpPr>
          <p:cNvPr id="10" name="Title 8"/>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a:t>
            </a:r>
            <a:endParaRPr lang="en-US" dirty="0"/>
          </a:p>
        </p:txBody>
      </p:sp>
      <p:sp>
        <p:nvSpPr>
          <p:cNvPr id="11" name="Chart Placeholder 14"/>
          <p:cNvSpPr>
            <a:spLocks noGrp="1"/>
          </p:cNvSpPr>
          <p:nvPr>
            <p:ph type="chart" sz="quarter" idx="13" hasCustomPrompt="1"/>
          </p:nvPr>
        </p:nvSpPr>
        <p:spPr>
          <a:xfrm>
            <a:off x="338736" y="1406525"/>
            <a:ext cx="5757264" cy="4670425"/>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endParaRPr lang="en-US" dirty="0"/>
          </a:p>
        </p:txBody>
      </p:sp>
      <p:sp>
        <p:nvSpPr>
          <p:cNvPr id="12" name="Table Placeholder 16"/>
          <p:cNvSpPr>
            <a:spLocks noGrp="1"/>
          </p:cNvSpPr>
          <p:nvPr>
            <p:ph type="tbl" sz="quarter" idx="14" hasCustomPrompt="1"/>
          </p:nvPr>
        </p:nvSpPr>
        <p:spPr>
          <a:xfrm>
            <a:off x="6210300" y="1392239"/>
            <a:ext cx="5592763" cy="46847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Table</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Date Placeholder 3"/>
          <p:cNvSpPr>
            <a:spLocks noGrp="1"/>
          </p:cNvSpPr>
          <p:nvPr>
            <p:ph type="dt" sz="half" idx="10"/>
          </p:nvPr>
        </p:nvSpPr>
        <p:spPr>
          <a:xfrm>
            <a:off x="838200" y="6486006"/>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EEBFCEF3-2DDE-476B-8A96-303EC557333C}" type="datetime1">
              <a:rPr lang="en-US" smtClean="0"/>
            </a:fld>
            <a:endParaRPr lang="en-US"/>
          </a:p>
        </p:txBody>
      </p:sp>
      <p:sp>
        <p:nvSpPr>
          <p:cNvPr id="7" name="Footer Placeholder 4"/>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8" name="Slide Number Placeholder 5"/>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fld>
            <a:endParaRPr lang="en-US" dirty="0"/>
          </a:p>
        </p:txBody>
      </p:sp>
      <p:sp>
        <p:nvSpPr>
          <p:cNvPr id="9" name="Content Placeholder 4"/>
          <p:cNvSpPr>
            <a:spLocks noGrp="1"/>
          </p:cNvSpPr>
          <p:nvPr>
            <p:ph sz="quarter" idx="13"/>
          </p:nvPr>
        </p:nvSpPr>
        <p:spPr>
          <a:xfrm>
            <a:off x="4558372" y="1248325"/>
            <a:ext cx="7391400" cy="52054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0" name="Title 8"/>
          <p:cNvSpPr>
            <a:spLocks noGrp="1"/>
          </p:cNvSpPr>
          <p:nvPr>
            <p:ph type="title" hasCustomPrompt="1"/>
          </p:nvPr>
        </p:nvSpPr>
        <p:spPr>
          <a:xfrm>
            <a:off x="4558372" y="404265"/>
            <a:ext cx="7391400" cy="436098"/>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dirty="0"/>
              <a:t>Title 5:……………………………………..</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a:t>
            </a:r>
            <a:endParaRPr lang="en-US" dirty="0"/>
          </a:p>
        </p:txBody>
      </p:sp>
      <p:sp>
        <p:nvSpPr>
          <p:cNvPr id="12" name="Text Placeholder 9"/>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3" name="Date Placeholder 3"/>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fld>
            <a:endParaRPr lang="en-US"/>
          </a:p>
        </p:txBody>
      </p:sp>
      <p:sp>
        <p:nvSpPr>
          <p:cNvPr id="14" name="Footer Placeholder 4"/>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fld>
            <a:endParaRPr lang="en-US"/>
          </a:p>
        </p:txBody>
      </p:sp>
      <p:sp>
        <p:nvSpPr>
          <p:cNvPr id="9" name="Footer Placeholder 4"/>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fld>
            <a:endParaRPr lang="en-US"/>
          </a:p>
        </p:txBody>
      </p:sp>
      <p:sp>
        <p:nvSpPr>
          <p:cNvPr id="11" name="Title 8"/>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a:t>
            </a:r>
            <a:endParaRPr lang="en-US" dirty="0"/>
          </a:p>
        </p:txBody>
      </p:sp>
      <p:sp>
        <p:nvSpPr>
          <p:cNvPr id="12" name="Chart Placeholder 9"/>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endParaRPr lang="en-US" dirty="0"/>
          </a:p>
        </p:txBody>
      </p:sp>
      <p:sp>
        <p:nvSpPr>
          <p:cNvPr id="13" name="Picture Placeholder 11"/>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a:t>
            </a:r>
            <a:endParaRPr lang="en-US" dirty="0"/>
          </a:p>
        </p:txBody>
      </p:sp>
      <p:sp>
        <p:nvSpPr>
          <p:cNvPr id="12" name="Text Placeholder 9"/>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3" name="Date Placeholder 3"/>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fld>
            <a:endParaRPr lang="en-US"/>
          </a:p>
        </p:txBody>
      </p:sp>
      <p:sp>
        <p:nvSpPr>
          <p:cNvPr id="14" name="Footer Placeholder 4"/>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fld>
            <a:endParaRPr lang="en-US"/>
          </a:p>
        </p:txBody>
      </p:sp>
      <p:sp>
        <p:nvSpPr>
          <p:cNvPr id="9" name="Footer Placeholder 4"/>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fld>
            <a:endParaRPr lang="en-US"/>
          </a:p>
        </p:txBody>
      </p:sp>
      <p:sp>
        <p:nvSpPr>
          <p:cNvPr id="11" name="Title 8"/>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a:t>
            </a:r>
            <a:endParaRPr lang="en-US" dirty="0"/>
          </a:p>
        </p:txBody>
      </p:sp>
      <p:sp>
        <p:nvSpPr>
          <p:cNvPr id="12" name="Chart Placeholder 9"/>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endParaRPr lang="en-US" dirty="0"/>
          </a:p>
        </p:txBody>
      </p:sp>
      <p:sp>
        <p:nvSpPr>
          <p:cNvPr id="13" name="Picture Placeholder 11"/>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p:cNvSpPr>
            <a:spLocks noGrp="1"/>
          </p:cNvSpPr>
          <p:nvPr>
            <p:ph type="dt" sz="half" idx="10"/>
          </p:nvPr>
        </p:nvSpPr>
        <p:spPr>
          <a:xfrm>
            <a:off x="838200" y="6492875"/>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82F65D4C-DEE4-4C7B-91C4-D6D57A523E98}" type="datetime1">
              <a:rPr lang="en-US" smtClean="0"/>
            </a:fld>
            <a:endParaRPr lang="en-US"/>
          </a:p>
        </p:txBody>
      </p:sp>
      <p:sp>
        <p:nvSpPr>
          <p:cNvPr id="9" name="Footer Placeholder 4"/>
          <p:cNvSpPr>
            <a:spLocks noGrp="1"/>
          </p:cNvSpPr>
          <p:nvPr>
            <p:ph type="ftr" sz="quarter" idx="11"/>
          </p:nvPr>
        </p:nvSpPr>
        <p:spPr>
          <a:xfrm>
            <a:off x="4038600" y="6492875"/>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0" name="Slide Number Placeholder 5"/>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4"/>
          <p:cNvSpPr>
            <a:spLocks noGrp="1"/>
          </p:cNvSpPr>
          <p:nvPr>
            <p:ph type="title" hasCustomPrompt="1"/>
          </p:nvPr>
        </p:nvSpPr>
        <p:spPr>
          <a:xfrm>
            <a:off x="3788898" y="2461846"/>
            <a:ext cx="4614203" cy="1934307"/>
          </a:xfrm>
          <a:prstGeom prst="rect">
            <a:avLst/>
          </a:prstGeom>
        </p:spPr>
        <p:txBody>
          <a:bodyPr/>
          <a:lstStyle>
            <a:lvl1pPr algn="ctr">
              <a:defRPr sz="4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11.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5" Type="http://schemas.openxmlformats.org/officeDocument/2006/relationships/theme" Target="../theme/theme2.xml"/><Relationship Id="rId14" Type="http://schemas.openxmlformats.org/officeDocument/2006/relationships/image" Target="../media/image11.png"/><Relationship Id="rId13" Type="http://schemas.openxmlformats.org/officeDocument/2006/relationships/slideLayout" Target="../slideLayouts/slideLayout26.xml"/><Relationship Id="rId12" Type="http://schemas.openxmlformats.org/officeDocument/2006/relationships/slideLayout" Target="../slideLayouts/slideLayout25.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8.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9.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20.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21.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22.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23.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22.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24.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25.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5906135" y="2451735"/>
            <a:ext cx="4064000" cy="368300"/>
          </a:xfrm>
          <a:prstGeom prst="rect">
            <a:avLst/>
          </a:prstGeom>
          <a:noFill/>
        </p:spPr>
        <p:txBody>
          <a:bodyPr wrap="square" rtlCol="0">
            <a:spAutoFit/>
          </a:bodyPr>
          <a:p>
            <a:endParaRPr lang="en-US"/>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892425" y="2244090"/>
            <a:ext cx="6176010" cy="1934210"/>
          </a:xfrm>
        </p:spPr>
        <p:txBody>
          <a:bodyPr/>
          <a:lstStyle/>
          <a:p>
            <a:r>
              <a:rPr lang="en-US" dirty="0"/>
              <a:t>Chương trình đào tạo </a:t>
            </a:r>
            <a:br>
              <a:rPr lang="en-US" dirty="0"/>
            </a:br>
            <a:r>
              <a:rPr lang="en-US" dirty="0"/>
              <a:t>Công Nghệ Thông Tin</a:t>
            </a:r>
            <a:br>
              <a:rPr lang="en-US" dirty="0"/>
            </a:br>
            <a:r>
              <a:rPr lang="en-US" dirty="0"/>
              <a:t>Việt Pháp (IT-EP)</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386634" y="331380"/>
            <a:ext cx="3174367" cy="952975"/>
          </a:xfrm>
          <a:prstGeom prst="rect">
            <a:avLst/>
          </a:prstGeom>
        </p:spPr>
      </p:pic>
      <p:sp>
        <p:nvSpPr>
          <p:cNvPr id="3" name="Title 6"/>
          <p:cNvSpPr txBox="1"/>
          <p:nvPr/>
        </p:nvSpPr>
        <p:spPr>
          <a:xfrm>
            <a:off x="386715" y="2219325"/>
            <a:ext cx="10332085" cy="848995"/>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dirty="0"/>
              <a:t>Hệ thống Website TripXuyenViet bán các chuyến du lịch</a:t>
            </a:r>
            <a:endParaRPr lang="en-US" dirty="0"/>
          </a:p>
        </p:txBody>
      </p:sp>
      <p:sp>
        <p:nvSpPr>
          <p:cNvPr id="4" name="Title 6"/>
          <p:cNvSpPr txBox="1"/>
          <p:nvPr/>
        </p:nvSpPr>
        <p:spPr>
          <a:xfrm>
            <a:off x="386715" y="3829050"/>
            <a:ext cx="4432935" cy="1340485"/>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2800" b="0" dirty="0"/>
              <a:t>Phạm Đức Dũng - 20215265</a:t>
            </a:r>
            <a:endParaRPr lang="en-US" sz="2800" b="0" dirty="0"/>
          </a:p>
          <a:p>
            <a:r>
              <a:rPr lang="en-US" sz="2800" b="0" dirty="0"/>
              <a:t>GVHD: TS. Nguyễn Đức Anh</a:t>
            </a:r>
            <a:endParaRPr lang="en-US" sz="2800" b="0" dirty="0"/>
          </a:p>
          <a:p>
            <a:r>
              <a:rPr lang="en-US" sz="2800" b="0" dirty="0"/>
              <a:t>Học kỳ: 2024.2</a:t>
            </a:r>
            <a:endParaRPr lang="en-US" sz="2800" b="0" dirty="0"/>
          </a:p>
        </p:txBody>
      </p:sp>
      <p:sp>
        <p:nvSpPr>
          <p:cNvPr id="9" name="Slide Number Placeholder 8"/>
          <p:cNvSpPr>
            <a:spLocks noGrp="1"/>
          </p:cNvSpPr>
          <p:nvPr>
            <p:ph type="sldNum" sz="quarter" idx="12"/>
          </p:nvPr>
        </p:nvSpPr>
        <p:spPr/>
        <p:txBody>
          <a:bodyPr/>
          <a:lstStyle/>
          <a:p>
            <a:fld id="{9EA0BE3B-158A-4EDF-80DC-E394A0D1600F}"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58665" y="404495"/>
            <a:ext cx="7391400" cy="6019165"/>
          </a:xfrm>
        </p:spPr>
        <p:txBody>
          <a:bodyPr/>
          <a:lstStyle/>
          <a:p>
            <a:r>
              <a:rPr lang="en-US"/>
              <a:t>Nội dung</a:t>
            </a:r>
            <a:br>
              <a:rPr lang="en-US"/>
            </a:br>
            <a:br>
              <a:rPr lang="en-US"/>
            </a:br>
            <a:r>
              <a:rPr lang="en-US"/>
              <a:t>1. Giới thiệu đề tài </a:t>
            </a:r>
            <a:br>
              <a:rPr lang="en-US"/>
            </a:br>
            <a:br>
              <a:rPr lang="en-US"/>
            </a:br>
            <a:r>
              <a:rPr lang="en-US"/>
              <a:t>2. Khảo sát và phân tích yêu cầu</a:t>
            </a:r>
            <a:br>
              <a:rPr lang="en-US"/>
            </a:br>
            <a:br>
              <a:rPr lang="en-US"/>
            </a:br>
            <a:r>
              <a:rPr lang="en-US"/>
              <a:t>3. Công nghệ sử dụng</a:t>
            </a:r>
            <a:br>
              <a:rPr lang="en-US"/>
            </a:br>
            <a:br>
              <a:rPr lang="en-US"/>
            </a:br>
            <a:r>
              <a:rPr lang="en-US"/>
              <a:t>4. Thiết kế kiến trúc và chi tiết lớp</a:t>
            </a:r>
            <a:br>
              <a:rPr lang="en-US"/>
            </a:br>
            <a:br>
              <a:rPr lang="en-US"/>
            </a:br>
            <a:r>
              <a:rPr lang="en-US"/>
              <a:t>5. Kết quả đạt được và chức năng chính</a:t>
            </a:r>
            <a:br>
              <a:rPr lang="en-US"/>
            </a:br>
            <a:br>
              <a:rPr lang="en-US"/>
            </a:br>
            <a:r>
              <a:rPr lang="en-US"/>
              <a:t>6. Các giải pháp đóng góp</a:t>
            </a:r>
            <a:br>
              <a:rPr lang="en-US"/>
            </a:br>
            <a:br>
              <a:rPr lang="en-US"/>
            </a:br>
            <a:r>
              <a:rPr lang="en-US"/>
              <a:t>7. Kết luận và hướng phát triển</a:t>
            </a:r>
            <a:endParaRPr lang="en-US"/>
          </a:p>
        </p:txBody>
      </p:sp>
      <p:sp>
        <p:nvSpPr>
          <p:cNvPr id="4" name="Slide Number Placeholder 3"/>
          <p:cNvSpPr>
            <a:spLocks noGrp="1"/>
          </p:cNvSpPr>
          <p:nvPr>
            <p:ph type="sldNum" sz="quarter" idx="12"/>
          </p:nvPr>
        </p:nvSpPr>
        <p:spPr/>
        <p:txBody>
          <a:bodyPr/>
          <a:lstStyle/>
          <a:p>
            <a:fld id="{9EA0BE3B-158A-4EDF-80DC-E394A0D1600F}"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1. Giới thiệu đề tài</a:t>
            </a:r>
            <a:endParaRPr lang="en-US"/>
          </a:p>
        </p:txBody>
      </p:sp>
      <p:sp>
        <p:nvSpPr>
          <p:cNvPr id="3" name="Content Placeholder 2"/>
          <p:cNvSpPr>
            <a:spLocks noGrp="1"/>
          </p:cNvSpPr>
          <p:nvPr>
            <p:ph sz="quarter" idx="13"/>
          </p:nvPr>
        </p:nvSpPr>
        <p:spPr>
          <a:xfrm>
            <a:off x="338455" y="1602740"/>
            <a:ext cx="11316970" cy="3750945"/>
          </a:xfrm>
        </p:spPr>
        <p:txBody>
          <a:bodyPr/>
          <a:lstStyle/>
          <a:p>
            <a:r>
              <a:rPr lang="en-US"/>
              <a:t>Ngành du lịch Việt Nam đang </a:t>
            </a:r>
            <a:r>
              <a:rPr lang="en-US" b="1"/>
              <a:t>phát triển mạnh mẽ</a:t>
            </a:r>
            <a:r>
              <a:rPr lang="en-US"/>
              <a:t>, kéo theo nhu cầu tìm kiếm và đặt </a:t>
            </a:r>
            <a:r>
              <a:rPr lang="en-US" b="1"/>
              <a:t>các chuyến du lịch trực tuyến</a:t>
            </a:r>
            <a:r>
              <a:rPr lang="en-US"/>
              <a:t> của khách hàng ngày càng tăng.</a:t>
            </a:r>
            <a:endParaRPr lang="en-US"/>
          </a:p>
          <a:p>
            <a:r>
              <a:rPr lang="en-US"/>
              <a:t>Tuy nhiên, thị trường hiện tại </a:t>
            </a:r>
            <a:r>
              <a:rPr lang="en-US" b="1"/>
              <a:t>bị phân mảnh</a:t>
            </a:r>
            <a:r>
              <a:rPr lang="en-US"/>
              <a:t> với nhiều website hoạt động </a:t>
            </a:r>
            <a:r>
              <a:rPr lang="en-US" b="1"/>
              <a:t>độc lập</a:t>
            </a:r>
            <a:r>
              <a:rPr lang="en-US"/>
              <a:t>, gây </a:t>
            </a:r>
            <a:r>
              <a:rPr lang="en-US" b="1"/>
              <a:t>khó khăn cho người dùng</a:t>
            </a:r>
            <a:r>
              <a:rPr lang="en-US"/>
              <a:t> trong việc so sánh, lựa chọn.</a:t>
            </a:r>
            <a:endParaRPr lang="en-US"/>
          </a:p>
          <a:p>
            <a:r>
              <a:rPr lang="en-US"/>
              <a:t>Các công ty du lịch, đặc biệt là các đơn vị vừa và nhỏ phải đối mặt với nhiều thách thức trong</a:t>
            </a:r>
            <a:r>
              <a:rPr lang="en-US" b="1"/>
              <a:t> quản lý vận hành</a:t>
            </a:r>
            <a:r>
              <a:rPr lang="en-US"/>
              <a:t> và </a:t>
            </a:r>
            <a:r>
              <a:rPr lang="en-US" b="1"/>
              <a:t>tiếp cận khách hàng</a:t>
            </a:r>
            <a:r>
              <a:rPr lang="en-US"/>
              <a:t> trên nền tảng số.</a:t>
            </a:r>
            <a:endParaRPr lang="en-US"/>
          </a:p>
          <a:p>
            <a:r>
              <a:rPr lang="en-US"/>
              <a:t>Do đó, việc xây dựng 1 nền tảng </a:t>
            </a:r>
            <a:r>
              <a:rPr lang="en-US" b="1"/>
              <a:t>marketplace du lịch tập trung</a:t>
            </a:r>
            <a:r>
              <a:rPr lang="en-US"/>
              <a:t> là giải pháp cấp thiết nhằm thúc đẩy ngành phát triển.</a:t>
            </a:r>
            <a:endParaRPr lang="en-US"/>
          </a:p>
        </p:txBody>
      </p:sp>
      <p:sp>
        <p:nvSpPr>
          <p:cNvPr id="4" name="Slide Number Placeholder 3"/>
          <p:cNvSpPr>
            <a:spLocks noGrp="1"/>
          </p:cNvSpPr>
          <p:nvPr>
            <p:ph type="sldNum" sz="quarter" idx="12"/>
          </p:nvPr>
        </p:nvSpPr>
        <p:spPr/>
        <p:txBody>
          <a:bodyPr/>
          <a:lstStyle/>
          <a:p>
            <a:fld id="{9EA0BE3B-158A-4EDF-80DC-E394A0D1600F}" type="slidenum">
              <a:rPr lang="en-US" smtClean="0"/>
            </a:fld>
            <a:endParaRPr lang="en-US" dirty="0"/>
          </a:p>
        </p:txBody>
      </p:sp>
      <p:sp>
        <p:nvSpPr>
          <p:cNvPr id="5" name="Title 1"/>
          <p:cNvSpPr>
            <a:spLocks noGrp="1"/>
          </p:cNvSpPr>
          <p:nvPr/>
        </p:nvSpPr>
        <p:spPr>
          <a:xfrm>
            <a:off x="338455" y="927735"/>
            <a:ext cx="2753995" cy="436245"/>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solidFill>
                  <a:schemeClr val="tx1"/>
                </a:solidFill>
              </a:rPr>
              <a:t>1.1. Đặt vấn đề</a:t>
            </a:r>
            <a:endParaRPr lang="en-US">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3" grpId="0" build="p"/>
      <p:bldP spid="3" grpI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1. Giới thiệu đề tài</a:t>
            </a:r>
            <a:endParaRPr lang="en-US"/>
          </a:p>
        </p:txBody>
      </p:sp>
      <p:sp>
        <p:nvSpPr>
          <p:cNvPr id="3" name="Content Placeholder 2"/>
          <p:cNvSpPr>
            <a:spLocks noGrp="1"/>
          </p:cNvSpPr>
          <p:nvPr>
            <p:ph sz="quarter" idx="13"/>
          </p:nvPr>
        </p:nvSpPr>
        <p:spPr>
          <a:xfrm>
            <a:off x="338455" y="1602740"/>
            <a:ext cx="11316970" cy="3750945"/>
          </a:xfrm>
        </p:spPr>
        <p:txBody>
          <a:bodyPr/>
          <a:lstStyle/>
          <a:p>
            <a:r>
              <a:rPr lang="en-US" altLang="en-US"/>
              <a:t>Xây dựng một nền tảng marketplace du lịch tập trung, giúp các công ty lữ hành dễ dàng quản l</a:t>
            </a:r>
            <a:r>
              <a:rPr lang="en-US" altLang="en-US"/>
              <a:t>ý</a:t>
            </a:r>
            <a:r>
              <a:rPr lang="en-US" altLang="en-US"/>
              <a:t>, tổ chức và theo d</a:t>
            </a:r>
            <a:r>
              <a:rPr lang="en-US" altLang="en-US"/>
              <a:t>õ</a:t>
            </a:r>
            <a:r>
              <a:rPr lang="en-US" altLang="en-US"/>
              <a:t>i các chuyến du lịch trên cùng một hệ thống.</a:t>
            </a:r>
            <a:endParaRPr lang="en-US" altLang="en-US"/>
          </a:p>
          <a:p>
            <a:r>
              <a:rPr lang="en-US" altLang="en-US"/>
              <a:t>Cung cấp cho khách hàng các chức n</a:t>
            </a:r>
            <a:r>
              <a:rPr lang="en-US" altLang="en-US"/>
              <a:t>ă</a:t>
            </a:r>
            <a:r>
              <a:rPr lang="en-US" altLang="en-US"/>
              <a:t>ng cốt l</a:t>
            </a:r>
            <a:r>
              <a:rPr lang="en-US" altLang="en-US"/>
              <a:t>õ</a:t>
            </a:r>
            <a:r>
              <a:rPr lang="en-US" altLang="en-US"/>
              <a:t>i: tìm kiếm, </a:t>
            </a:r>
            <a:r>
              <a:rPr lang="en-US" altLang="en-US"/>
              <a:t>đ</a:t>
            </a:r>
            <a:r>
              <a:rPr lang="en-US" altLang="en-US"/>
              <a:t>ặt vé, thanh toán trực tuyến và </a:t>
            </a:r>
            <a:r>
              <a:rPr lang="en-US" altLang="en-US"/>
              <a:t>đ</a:t>
            </a:r>
            <a:r>
              <a:rPr lang="en-US" altLang="en-US"/>
              <a:t>ánh giá dịch vụ, nhằm nâng cao trải nghiệm và tính chuyên nghiệp.</a:t>
            </a:r>
            <a:endParaRPr lang="en-US" altLang="en-US"/>
          </a:p>
          <a:p>
            <a:r>
              <a:rPr lang="en-US" altLang="en-US"/>
              <a:t>Hỗ trợ các công ty du lịch trong việc quản l</a:t>
            </a:r>
            <a:r>
              <a:rPr lang="en-US" altLang="en-US"/>
              <a:t>ý</a:t>
            </a:r>
            <a:r>
              <a:rPr lang="en-US" altLang="en-US"/>
              <a:t> linh hoạt và tối </a:t>
            </a:r>
            <a:r>
              <a:rPr lang="en-US" altLang="en-US"/>
              <a:t>ư</a:t>
            </a:r>
            <a:r>
              <a:rPr lang="en-US" altLang="en-US"/>
              <a:t>u hóa quy trình vận hành thông qua các công cụ quản l</a:t>
            </a:r>
            <a:r>
              <a:rPr lang="en-US" altLang="en-US"/>
              <a:t>ý</a:t>
            </a:r>
            <a:r>
              <a:rPr lang="en-US" altLang="en-US"/>
              <a:t> tour và </a:t>
            </a:r>
            <a:r>
              <a:rPr lang="en-US" altLang="en-US"/>
              <a:t>đ</a:t>
            </a:r>
            <a:r>
              <a:rPr lang="en-US" altLang="en-US"/>
              <a:t>ơn hàng hiệu quả.</a:t>
            </a:r>
            <a:endParaRPr lang="en-US"/>
          </a:p>
        </p:txBody>
      </p:sp>
      <p:sp>
        <p:nvSpPr>
          <p:cNvPr id="4" name="Slide Number Placeholder 3"/>
          <p:cNvSpPr>
            <a:spLocks noGrp="1"/>
          </p:cNvSpPr>
          <p:nvPr>
            <p:ph type="sldNum" sz="quarter" idx="12"/>
          </p:nvPr>
        </p:nvSpPr>
        <p:spPr/>
        <p:txBody>
          <a:bodyPr/>
          <a:lstStyle/>
          <a:p>
            <a:fld id="{9EA0BE3B-158A-4EDF-80DC-E394A0D1600F}" type="slidenum">
              <a:rPr lang="en-US" smtClean="0"/>
            </a:fld>
            <a:endParaRPr lang="en-US" dirty="0"/>
          </a:p>
        </p:txBody>
      </p:sp>
      <p:sp>
        <p:nvSpPr>
          <p:cNvPr id="5" name="Title 1"/>
          <p:cNvSpPr>
            <a:spLocks noGrp="1"/>
          </p:cNvSpPr>
          <p:nvPr/>
        </p:nvSpPr>
        <p:spPr>
          <a:xfrm>
            <a:off x="338455" y="927735"/>
            <a:ext cx="5004435" cy="436245"/>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solidFill>
                  <a:schemeClr val="tx1"/>
                </a:solidFill>
              </a:rPr>
              <a:t>1.2. Mục tiêu và phạm vi đề tài  </a:t>
            </a:r>
            <a:endParaRPr lang="en-US">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3" grpId="0" build="p"/>
      <p:bldP spid="3" grpI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2. Khảo sát và phân tích yêu cầu</a:t>
            </a:r>
            <a:endParaRPr lang="en-US"/>
          </a:p>
        </p:txBody>
      </p:sp>
      <p:sp>
        <p:nvSpPr>
          <p:cNvPr id="3" name="Content Placeholder 2"/>
          <p:cNvSpPr>
            <a:spLocks noGrp="1"/>
          </p:cNvSpPr>
          <p:nvPr>
            <p:ph sz="quarter" idx="13"/>
          </p:nvPr>
        </p:nvSpPr>
        <p:spPr>
          <a:xfrm>
            <a:off x="338455" y="1457960"/>
            <a:ext cx="11316970" cy="3750945"/>
          </a:xfrm>
        </p:spPr>
        <p:txBody>
          <a:bodyPr/>
          <a:lstStyle/>
          <a:p>
            <a:r>
              <a:rPr lang="en-US" altLang="en-US"/>
              <a:t>Một trong </a:t>
            </a:r>
            <a:r>
              <a:rPr lang="en-US" altLang="en-US" b="1"/>
              <a:t>những thách thức lớn</a:t>
            </a:r>
            <a:r>
              <a:rPr lang="en-US" altLang="en-US"/>
              <a:t> là vai trò quản trị viên website </a:t>
            </a:r>
            <a:r>
              <a:rPr lang="en-US" altLang="en-US" b="1"/>
              <a:t>ch</a:t>
            </a:r>
            <a:r>
              <a:rPr lang="en-US" altLang="en-US" b="1"/>
              <a:t>ư</a:t>
            </a:r>
            <a:r>
              <a:rPr lang="en-US" altLang="en-US" b="1"/>
              <a:t>a </a:t>
            </a:r>
            <a:r>
              <a:rPr lang="en-US" altLang="en-US" b="1"/>
              <a:t>đư</a:t>
            </a:r>
            <a:r>
              <a:rPr lang="en-US" altLang="en-US" b="1"/>
              <a:t>ợc chú trọng </a:t>
            </a:r>
            <a:r>
              <a:rPr lang="en-US" altLang="en-US" b="1"/>
              <a:t>đ</a:t>
            </a:r>
            <a:r>
              <a:rPr lang="en-US" altLang="en-US" b="1"/>
              <a:t>úng mức</a:t>
            </a:r>
            <a:r>
              <a:rPr lang="en-US" altLang="en-US"/>
              <a:t>, dẫn </a:t>
            </a:r>
            <a:r>
              <a:rPr lang="en-US" altLang="en-US"/>
              <a:t>đ</a:t>
            </a:r>
            <a:r>
              <a:rPr lang="en-US" altLang="en-US"/>
              <a:t>ến việc </a:t>
            </a:r>
            <a:r>
              <a:rPr lang="en-US" altLang="en-US" b="1"/>
              <a:t>cập nhật và làm mới thông tin</a:t>
            </a:r>
            <a:r>
              <a:rPr lang="en-US" altLang="en-US"/>
              <a:t> trên trang web bị xem nhẹ, khiến khách hàng cảm thấy </a:t>
            </a:r>
            <a:r>
              <a:rPr lang="en-US" altLang="en-US" b="1"/>
              <a:t>nhàm chán</a:t>
            </a:r>
            <a:r>
              <a:rPr lang="en-US" altLang="en-US"/>
              <a:t> và giảm tần suất truy cập.</a:t>
            </a:r>
            <a:endParaRPr lang="en-US" altLang="en-US"/>
          </a:p>
          <a:p>
            <a:r>
              <a:rPr lang="en-US" altLang="en-US"/>
              <a:t>Các hệ thống hiện tại </a:t>
            </a:r>
            <a:r>
              <a:rPr lang="en-US" altLang="en-US" b="1"/>
              <a:t>ch</a:t>
            </a:r>
            <a:r>
              <a:rPr lang="en-US" altLang="en-US" b="1"/>
              <a:t>ư</a:t>
            </a:r>
            <a:r>
              <a:rPr lang="en-US" altLang="en-US" b="1"/>
              <a:t>a </a:t>
            </a:r>
            <a:r>
              <a:rPr lang="en-US" altLang="en-US" b="1"/>
              <a:t>đ</a:t>
            </a:r>
            <a:r>
              <a:rPr lang="en-US" altLang="en-US" b="1"/>
              <a:t>áp ứng tốt nhu cầu tìm kiếm và so sánh</a:t>
            </a:r>
            <a:r>
              <a:rPr lang="en-US" altLang="en-US"/>
              <a:t> các chuyến du lịch của khách hàng một cách hiệu quả, gây </a:t>
            </a:r>
            <a:r>
              <a:rPr lang="en-US" altLang="en-US" b="1"/>
              <a:t>khó kh</a:t>
            </a:r>
            <a:r>
              <a:rPr lang="en-US" altLang="en-US" b="1"/>
              <a:t>ă</a:t>
            </a:r>
            <a:r>
              <a:rPr lang="en-US" altLang="en-US" b="1"/>
              <a:t>n cho ng</a:t>
            </a:r>
            <a:r>
              <a:rPr lang="en-US" altLang="en-US" b="1"/>
              <a:t>ư</a:t>
            </a:r>
            <a:r>
              <a:rPr lang="en-US" altLang="en-US" b="1"/>
              <a:t>ời dùng</a:t>
            </a:r>
            <a:r>
              <a:rPr lang="en-US" altLang="en-US"/>
              <a:t> khi phải lựa chọn.</a:t>
            </a:r>
            <a:endParaRPr lang="en-US" altLang="en-US"/>
          </a:p>
          <a:p>
            <a:r>
              <a:rPr lang="en-US" altLang="en-US"/>
              <a:t>Từ những vấn </a:t>
            </a:r>
            <a:r>
              <a:rPr lang="en-US" altLang="en-US"/>
              <a:t>đ</a:t>
            </a:r>
            <a:r>
              <a:rPr lang="en-US" altLang="en-US"/>
              <a:t>ề trên, </a:t>
            </a:r>
            <a:r>
              <a:rPr lang="en-US" altLang="en-US"/>
              <a:t>đ</a:t>
            </a:r>
            <a:r>
              <a:rPr lang="en-US" altLang="en-US"/>
              <a:t>ề tài </a:t>
            </a:r>
            <a:r>
              <a:rPr lang="en-US" altLang="en-US"/>
              <a:t>đ</a:t>
            </a:r>
            <a:r>
              <a:rPr lang="en-US" altLang="en-US"/>
              <a:t>ề xuất giải pháp xây dựng một nền tảng </a:t>
            </a:r>
            <a:r>
              <a:rPr lang="en-US" altLang="en-US" b="1"/>
              <a:t>marketplace du lịch tập trung, kết nối nhiều nhà cung cấp</a:t>
            </a:r>
            <a:r>
              <a:rPr lang="en-US" altLang="en-US"/>
              <a:t> </a:t>
            </a:r>
            <a:r>
              <a:rPr lang="en-US" altLang="en-US"/>
              <a:t>đ</a:t>
            </a:r>
            <a:r>
              <a:rPr lang="en-US" altLang="en-US"/>
              <a:t>ể khách hàng có thể </a:t>
            </a:r>
            <a:r>
              <a:rPr lang="en-US" altLang="en-US" b="1"/>
              <a:t>dễ dàng tìm kiếm, so sánh</a:t>
            </a:r>
            <a:r>
              <a:rPr lang="en-US" altLang="en-US"/>
              <a:t> và </a:t>
            </a:r>
            <a:r>
              <a:rPr lang="en-US" altLang="en-US"/>
              <a:t>đ</a:t>
            </a:r>
            <a:r>
              <a:rPr lang="en-US" altLang="en-US"/>
              <a:t>ặt chuyến </a:t>
            </a:r>
            <a:r>
              <a:rPr lang="en-US" altLang="en-US"/>
              <a:t>đ</a:t>
            </a:r>
            <a:r>
              <a:rPr lang="en-US" altLang="en-US"/>
              <a:t>i phù hợp với nhu cầu cá nhân.</a:t>
            </a:r>
            <a:endParaRPr lang="en-US" altLang="en-US"/>
          </a:p>
        </p:txBody>
      </p:sp>
      <p:sp>
        <p:nvSpPr>
          <p:cNvPr id="4" name="Slide Number Placeholder 3"/>
          <p:cNvSpPr>
            <a:spLocks noGrp="1"/>
          </p:cNvSpPr>
          <p:nvPr>
            <p:ph type="sldNum" sz="quarter" idx="12"/>
          </p:nvPr>
        </p:nvSpPr>
        <p:spPr/>
        <p:txBody>
          <a:bodyPr/>
          <a:lstStyle/>
          <a:p>
            <a:fld id="{9EA0BE3B-158A-4EDF-80DC-E394A0D1600F}" type="slidenum">
              <a:rPr lang="en-US" smtClean="0"/>
            </a:fld>
            <a:endParaRPr lang="en-US" dirty="0"/>
          </a:p>
        </p:txBody>
      </p:sp>
      <p:sp>
        <p:nvSpPr>
          <p:cNvPr id="5" name="Title 1"/>
          <p:cNvSpPr>
            <a:spLocks noGrp="1"/>
          </p:cNvSpPr>
          <p:nvPr/>
        </p:nvSpPr>
        <p:spPr>
          <a:xfrm>
            <a:off x="338455" y="927735"/>
            <a:ext cx="5004435" cy="436245"/>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solidFill>
                  <a:schemeClr val="tx1"/>
                </a:solidFill>
              </a:rPr>
              <a:t>2.1 Khảo sát hiện trạng</a:t>
            </a:r>
            <a:endParaRPr lang="en-US">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3" grpId="0" build="p"/>
      <p:bldP spid="3" grpI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2. Khảo sát và phân tích yêu cầu</a:t>
            </a:r>
            <a:endParaRPr lang="en-US"/>
          </a:p>
        </p:txBody>
      </p:sp>
      <p:sp>
        <p:nvSpPr>
          <p:cNvPr id="6" name="Slide Number Placeholder 5"/>
          <p:cNvSpPr>
            <a:spLocks noGrp="1"/>
          </p:cNvSpPr>
          <p:nvPr>
            <p:ph type="sldNum" sz="quarter" idx="12"/>
          </p:nvPr>
        </p:nvSpPr>
        <p:spPr/>
        <p:txBody>
          <a:bodyPr/>
          <a:lstStyle/>
          <a:p>
            <a:fld id="{9EA0BE3B-158A-4EDF-80DC-E394A0D1600F}" type="slidenum">
              <a:rPr lang="en-US" smtClean="0"/>
            </a:fld>
            <a:endParaRPr lang="en-US"/>
          </a:p>
        </p:txBody>
      </p:sp>
      <p:pic>
        <p:nvPicPr>
          <p:cNvPr id="9" name="Picture 8" descr="UseCase_Diagram"/>
          <p:cNvPicPr>
            <a:picLocks noChangeAspect="1"/>
          </p:cNvPicPr>
          <p:nvPr/>
        </p:nvPicPr>
        <p:blipFill>
          <a:blip r:embed="rId1"/>
          <a:stretch>
            <a:fillRect/>
          </a:stretch>
        </p:blipFill>
        <p:spPr>
          <a:xfrm>
            <a:off x="1577340" y="1343660"/>
            <a:ext cx="10614660" cy="5514340"/>
          </a:xfrm>
          <a:prstGeom prst="rect">
            <a:avLst/>
          </a:prstGeom>
        </p:spPr>
      </p:pic>
      <p:sp>
        <p:nvSpPr>
          <p:cNvPr id="5" name="Content Placeholder 2"/>
          <p:cNvSpPr>
            <a:spLocks noGrp="1"/>
          </p:cNvSpPr>
          <p:nvPr/>
        </p:nvSpPr>
        <p:spPr>
          <a:xfrm>
            <a:off x="81280" y="1343660"/>
            <a:ext cx="1554480" cy="74676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000"/>
              <a:t>Hình bên là biểu đồ UseCase tổng quát của hệ thống</a:t>
            </a:r>
            <a:endParaRPr lang="en-US" altLang="en-US" sz="2000"/>
          </a:p>
        </p:txBody>
      </p:sp>
      <p:sp>
        <p:nvSpPr>
          <p:cNvPr id="7" name="Title 1"/>
          <p:cNvSpPr>
            <a:spLocks noGrp="1"/>
          </p:cNvSpPr>
          <p:nvPr/>
        </p:nvSpPr>
        <p:spPr>
          <a:xfrm>
            <a:off x="216535" y="792480"/>
            <a:ext cx="5004435" cy="436245"/>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solidFill>
                  <a:schemeClr val="tx1"/>
                </a:solidFill>
              </a:rPr>
              <a:t>2.2 Tổng quan chức năng</a:t>
            </a:r>
            <a:endParaRPr lang="en-US">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2. Khảo sát và phân tích yêu cầu</a:t>
            </a:r>
            <a:endParaRPr lang="en-US"/>
          </a:p>
        </p:txBody>
      </p:sp>
      <p:sp>
        <p:nvSpPr>
          <p:cNvPr id="6" name="Slide Number Placeholder 5"/>
          <p:cNvSpPr>
            <a:spLocks noGrp="1"/>
          </p:cNvSpPr>
          <p:nvPr>
            <p:ph type="sldNum" sz="quarter" idx="12"/>
          </p:nvPr>
        </p:nvSpPr>
        <p:spPr/>
        <p:txBody>
          <a:bodyPr/>
          <a:lstStyle/>
          <a:p>
            <a:fld id="{9EA0BE3B-158A-4EDF-80DC-E394A0D1600F}" type="slidenum">
              <a:rPr lang="en-US" smtClean="0"/>
            </a:fld>
            <a:endParaRPr lang="en-US"/>
          </a:p>
        </p:txBody>
      </p:sp>
      <p:sp>
        <p:nvSpPr>
          <p:cNvPr id="5" name="Content Placeholder 2"/>
          <p:cNvSpPr>
            <a:spLocks noGrp="1"/>
          </p:cNvSpPr>
          <p:nvPr/>
        </p:nvSpPr>
        <p:spPr>
          <a:xfrm>
            <a:off x="81280" y="1343660"/>
            <a:ext cx="2313940" cy="43561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000"/>
              <a:t>Hình bên là quy trình đặt chuyến du lịch</a:t>
            </a:r>
            <a:endParaRPr lang="en-US" altLang="en-US" sz="2000"/>
          </a:p>
          <a:p>
            <a:r>
              <a:rPr lang="en-US" altLang="en-US" sz="2000"/>
              <a:t>Sẽ gồm 4 bước: </a:t>
            </a:r>
            <a:br>
              <a:rPr lang="en-US" altLang="en-US" sz="2000"/>
            </a:br>
            <a:br>
              <a:rPr lang="en-US" altLang="en-US" sz="2000"/>
            </a:br>
            <a:r>
              <a:rPr lang="en-US" altLang="en-US" sz="2000"/>
              <a:t>1. Khám phá và lựa chọn</a:t>
            </a:r>
            <a:br>
              <a:rPr lang="en-US" altLang="en-US" sz="2000"/>
            </a:br>
            <a:br>
              <a:rPr lang="en-US" altLang="en-US" sz="2000"/>
            </a:br>
            <a:r>
              <a:rPr lang="en-US" altLang="en-US" sz="2000"/>
              <a:t>2. Gửi yêu cầu đặt chuyến du lịch</a:t>
            </a:r>
            <a:br>
              <a:rPr lang="en-US" altLang="en-US" sz="2000"/>
            </a:br>
            <a:br>
              <a:rPr lang="en-US" altLang="en-US" sz="2000"/>
            </a:br>
            <a:r>
              <a:rPr lang="en-US" altLang="en-US" sz="2000"/>
              <a:t>3. Hệ thống kiểm tra và chờ xác nhận</a:t>
            </a:r>
            <a:br>
              <a:rPr lang="en-US" altLang="en-US" sz="2000"/>
            </a:br>
            <a:br>
              <a:rPr lang="en-US" altLang="en-US" sz="2000"/>
            </a:br>
            <a:r>
              <a:rPr lang="en-US" altLang="en-US" sz="2000"/>
              <a:t>4. Hoàn tất đặt </a:t>
            </a:r>
            <a:br>
              <a:rPr lang="en-US" altLang="en-US" sz="2000"/>
            </a:br>
            <a:endParaRPr lang="en-US" altLang="en-US" sz="2000"/>
          </a:p>
        </p:txBody>
      </p:sp>
      <p:sp>
        <p:nvSpPr>
          <p:cNvPr id="7" name="Title 1"/>
          <p:cNvSpPr>
            <a:spLocks noGrp="1"/>
          </p:cNvSpPr>
          <p:nvPr/>
        </p:nvSpPr>
        <p:spPr>
          <a:xfrm>
            <a:off x="216535" y="792480"/>
            <a:ext cx="5004435" cy="436245"/>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solidFill>
                  <a:schemeClr val="tx1"/>
                </a:solidFill>
              </a:rPr>
              <a:t>2.2 Tổng quan chức năng</a:t>
            </a:r>
            <a:endParaRPr lang="en-US">
              <a:solidFill>
                <a:schemeClr val="tx1"/>
              </a:solidFill>
            </a:endParaRPr>
          </a:p>
        </p:txBody>
      </p:sp>
      <p:pic>
        <p:nvPicPr>
          <p:cNvPr id="4" name="Picture 3" descr="Đặt chuyến du lịch_ActivityDiagram"/>
          <p:cNvPicPr>
            <a:picLocks noChangeAspect="1"/>
          </p:cNvPicPr>
          <p:nvPr/>
        </p:nvPicPr>
        <p:blipFill>
          <a:blip r:embed="rId1"/>
          <a:stretch>
            <a:fillRect/>
          </a:stretch>
        </p:blipFill>
        <p:spPr>
          <a:xfrm>
            <a:off x="2395220" y="1230630"/>
            <a:ext cx="9796780" cy="562737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3. Công nghệ sử dụng</a:t>
            </a:r>
            <a:endParaRPr lang="en-US"/>
          </a:p>
        </p:txBody>
      </p:sp>
      <p:sp>
        <p:nvSpPr>
          <p:cNvPr id="3" name="Text Placeholder 2"/>
          <p:cNvSpPr>
            <a:spLocks noGrp="1"/>
          </p:cNvSpPr>
          <p:nvPr>
            <p:ph type="body" sz="quarter" idx="13"/>
          </p:nvPr>
        </p:nvSpPr>
        <p:spPr>
          <a:xfrm>
            <a:off x="337820" y="1032510"/>
            <a:ext cx="11657965" cy="4939030"/>
          </a:xfrm>
        </p:spPr>
        <p:txBody>
          <a:bodyPr/>
          <a:p>
            <a:r>
              <a:rPr lang="en-US" altLang="en-US"/>
              <a:t>IDE Lập trình: Visual Studio Code 1.85</a:t>
            </a:r>
            <a:endParaRPr lang="en-US" altLang="en-US"/>
          </a:p>
          <a:p>
            <a:r>
              <a:rPr lang="en-US" altLang="en-US"/>
              <a:t>Backend: Java 21 , Spring Boot 3.2.2</a:t>
            </a:r>
            <a:endParaRPr lang="en-US" altLang="en-US"/>
          </a:p>
          <a:p>
            <a:r>
              <a:rPr lang="en-US" altLang="en-US"/>
              <a:t>Frontend: ReactJS 19.0.0 , Vite 6.3.1 , TailwindCSS 4.1.4</a:t>
            </a:r>
            <a:endParaRPr lang="en-US" altLang="en-US"/>
          </a:p>
          <a:p>
            <a:r>
              <a:rPr lang="en-US" altLang="en-US"/>
              <a:t>Cơ sở dữ liệu: PostgreSQL</a:t>
            </a:r>
            <a:endParaRPr lang="en-US" altLang="en-US"/>
          </a:p>
          <a:p>
            <a:r>
              <a:rPr lang="en-US" altLang="en-US"/>
              <a:t>Nền tảng dịch vụ (BaaS): Supabase</a:t>
            </a:r>
            <a:endParaRPr lang="en-US" altLang="en-US"/>
          </a:p>
          <a:p>
            <a:r>
              <a:rPr lang="en-US" altLang="en-US"/>
              <a:t>Dịch vụ Quản l</a:t>
            </a:r>
            <a:r>
              <a:rPr lang="en-US" altLang="en-US"/>
              <a:t>ý</a:t>
            </a:r>
            <a:r>
              <a:rPr lang="en-US" altLang="en-US"/>
              <a:t> Media: Cloudinary </a:t>
            </a:r>
            <a:r>
              <a:rPr lang="en-US" altLang="en-US"/>
              <a:t>đư</a:t>
            </a:r>
            <a:r>
              <a:rPr lang="en-US" altLang="en-US"/>
              <a:t>ợc tích hợp </a:t>
            </a:r>
            <a:r>
              <a:rPr lang="en-US" altLang="en-US"/>
              <a:t>đ</a:t>
            </a:r>
            <a:r>
              <a:rPr lang="en-US" altLang="en-US"/>
              <a:t>ể xử l</a:t>
            </a:r>
            <a:r>
              <a:rPr lang="en-US" altLang="en-US"/>
              <a:t>ý</a:t>
            </a:r>
            <a:r>
              <a:rPr lang="en-US" altLang="en-US"/>
              <a:t> việc tải lên, l</a:t>
            </a:r>
            <a:r>
              <a:rPr lang="en-US" altLang="en-US"/>
              <a:t>ư</a:t>
            </a:r>
            <a:r>
              <a:rPr lang="en-US" altLang="en-US"/>
              <a:t>u trữ, tối </a:t>
            </a:r>
            <a:r>
              <a:rPr lang="en-US" altLang="en-US"/>
              <a:t>ư</a:t>
            </a:r>
            <a:r>
              <a:rPr lang="en-US" altLang="en-US"/>
              <a:t>u hóa và phân phối hình ảnh qua CDN</a:t>
            </a:r>
            <a:endParaRPr lang="en-US" altLang="en-US"/>
          </a:p>
        </p:txBody>
      </p:sp>
      <p:sp>
        <p:nvSpPr>
          <p:cNvPr id="4" name="Slide Number Placeholder 3"/>
          <p:cNvSpPr>
            <a:spLocks noGrp="1"/>
          </p:cNvSpPr>
          <p:nvPr>
            <p:ph type="sldNum" sz="quarter" idx="12"/>
          </p:nvPr>
        </p:nvSpPr>
        <p:spPr/>
        <p:txBody>
          <a:bodyPr/>
          <a:p>
            <a:fld id="{9EA0BE3B-158A-4EDF-80DC-E394A0D1600F}" type="slidenum">
              <a:rPr lang="en-US" smtClean="0"/>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4. Thiết kế kiến trúc và chi tiết lớp</a:t>
            </a:r>
            <a:endParaRPr lang="en-US"/>
          </a:p>
        </p:txBody>
      </p:sp>
      <p:sp>
        <p:nvSpPr>
          <p:cNvPr id="4" name="Slide Number Placeholder 3"/>
          <p:cNvSpPr>
            <a:spLocks noGrp="1"/>
          </p:cNvSpPr>
          <p:nvPr>
            <p:ph type="sldNum" sz="quarter" idx="12"/>
          </p:nvPr>
        </p:nvSpPr>
        <p:spPr/>
        <p:txBody>
          <a:bodyPr/>
          <a:lstStyle/>
          <a:p>
            <a:fld id="{9EA0BE3B-158A-4EDF-80DC-E394A0D1600F}" type="slidenum">
              <a:rPr lang="en-US" smtClean="0"/>
            </a:fld>
            <a:endParaRPr lang="en-US" dirty="0"/>
          </a:p>
        </p:txBody>
      </p:sp>
      <p:sp>
        <p:nvSpPr>
          <p:cNvPr id="5" name="Title 1"/>
          <p:cNvSpPr>
            <a:spLocks noGrp="1"/>
          </p:cNvSpPr>
          <p:nvPr/>
        </p:nvSpPr>
        <p:spPr>
          <a:xfrm>
            <a:off x="338455" y="927735"/>
            <a:ext cx="5004435" cy="436245"/>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solidFill>
                  <a:schemeClr val="tx1"/>
                </a:solidFill>
              </a:rPr>
              <a:t>4.1.1 Thiết kế kiến trúc</a:t>
            </a:r>
            <a:endParaRPr lang="en-US">
              <a:solidFill>
                <a:schemeClr val="tx1"/>
              </a:solidFill>
            </a:endParaRPr>
          </a:p>
        </p:txBody>
      </p:sp>
      <p:sp>
        <p:nvSpPr>
          <p:cNvPr id="6" name="Content Placeholder 5"/>
          <p:cNvSpPr/>
          <p:nvPr>
            <p:ph sz="quarter" idx="13"/>
          </p:nvPr>
        </p:nvSpPr>
        <p:spPr>
          <a:xfrm>
            <a:off x="379095" y="1540510"/>
            <a:ext cx="11407775" cy="3599815"/>
          </a:xfrm>
        </p:spPr>
        <p:txBody>
          <a:bodyPr/>
          <a:p>
            <a:r>
              <a:rPr lang="en-US"/>
              <a:t>Được xây dựng dựa trên kiến trúc 3 lớp ( Three-tier) :</a:t>
            </a:r>
            <a:endParaRPr lang="en-US"/>
          </a:p>
          <a:p>
            <a:r>
              <a:rPr lang="en-US" altLang="en-US"/>
              <a:t>Tầng Trình bày (Frontend): Xây dựng bằng ReactJS, sử dụng Context API </a:t>
            </a:r>
            <a:r>
              <a:rPr lang="en-US" altLang="en-US"/>
              <a:t>đ</a:t>
            </a:r>
            <a:r>
              <a:rPr lang="en-US" altLang="en-US"/>
              <a:t>ể quản l</a:t>
            </a:r>
            <a:r>
              <a:rPr lang="en-US" altLang="en-US"/>
              <a:t>ý</a:t>
            </a:r>
            <a:r>
              <a:rPr lang="en-US" altLang="en-US"/>
              <a:t> trạng thái, chịu trách nhiệm cho toàn bộ giao diện và t</a:t>
            </a:r>
            <a:r>
              <a:rPr lang="en-US" altLang="en-US"/>
              <a:t>ư</a:t>
            </a:r>
            <a:r>
              <a:rPr lang="en-US" altLang="en-US"/>
              <a:t>ơng tác của ng</a:t>
            </a:r>
            <a:r>
              <a:rPr lang="en-US" altLang="en-US"/>
              <a:t>ư</a:t>
            </a:r>
            <a:r>
              <a:rPr lang="en-US" altLang="en-US"/>
              <a:t>ời dùng.</a:t>
            </a:r>
            <a:endParaRPr lang="en-US" altLang="en-US"/>
          </a:p>
          <a:p>
            <a:r>
              <a:rPr lang="en-US" altLang="en-US"/>
              <a:t>Tầng Nghiệp vụ (Backend): Phát triển bằng Java Spring Boot theo mô hình MVC, xử l</a:t>
            </a:r>
            <a:r>
              <a:rPr lang="en-US" altLang="en-US"/>
              <a:t>ý</a:t>
            </a:r>
            <a:r>
              <a:rPr lang="en-US" altLang="en-US"/>
              <a:t> toàn bộ logic nghiệp vụ, xác thực và cung cấp các RESTful API cho frontend. </a:t>
            </a:r>
            <a:endParaRPr lang="en-US" altLang="en-US"/>
          </a:p>
          <a:p>
            <a:r>
              <a:rPr lang="en-US" altLang="en-US"/>
              <a:t>Tầng Dữ liệu (Data Tier): Sử dụng hệ quản trị CSDL PostgreSQL </a:t>
            </a:r>
            <a:r>
              <a:rPr lang="en-US" altLang="en-US"/>
              <a:t>đư</a:t>
            </a:r>
            <a:r>
              <a:rPr lang="en-US" altLang="en-US"/>
              <a:t>ợc triển khai trên nền tảng Supabase </a:t>
            </a:r>
            <a:r>
              <a:rPr lang="en-US" altLang="en-US"/>
              <a:t>đ</a:t>
            </a:r>
            <a:r>
              <a:rPr lang="en-US" altLang="en-US"/>
              <a:t>ể l</a:t>
            </a:r>
            <a:r>
              <a:rPr lang="en-US" altLang="en-US"/>
              <a:t>ư</a:t>
            </a:r>
            <a:r>
              <a:rPr lang="en-US" altLang="en-US"/>
              <a:t>u trữ và truy xuất dữ liệu một cách an toàn, hiệu quả.</a:t>
            </a:r>
            <a:endParaRPr lang="en-US"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6" grpI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4. Thiết kế kiến trúc và chi tiết lớp</a:t>
            </a:r>
            <a:endParaRPr lang="en-US"/>
          </a:p>
        </p:txBody>
      </p:sp>
      <p:sp>
        <p:nvSpPr>
          <p:cNvPr id="4" name="Slide Number Placeholder 3"/>
          <p:cNvSpPr>
            <a:spLocks noGrp="1"/>
          </p:cNvSpPr>
          <p:nvPr>
            <p:ph type="sldNum" sz="quarter" idx="12"/>
          </p:nvPr>
        </p:nvSpPr>
        <p:spPr/>
        <p:txBody>
          <a:bodyPr/>
          <a:lstStyle/>
          <a:p>
            <a:fld id="{9EA0BE3B-158A-4EDF-80DC-E394A0D1600F}" type="slidenum">
              <a:rPr lang="en-US" smtClean="0"/>
            </a:fld>
            <a:endParaRPr lang="en-US" dirty="0"/>
          </a:p>
        </p:txBody>
      </p:sp>
      <p:sp>
        <p:nvSpPr>
          <p:cNvPr id="5" name="Title 1"/>
          <p:cNvSpPr>
            <a:spLocks noGrp="1"/>
          </p:cNvSpPr>
          <p:nvPr/>
        </p:nvSpPr>
        <p:spPr>
          <a:xfrm>
            <a:off x="338455" y="927735"/>
            <a:ext cx="5004435" cy="436245"/>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solidFill>
                  <a:schemeClr val="tx1"/>
                </a:solidFill>
              </a:rPr>
              <a:t>4.1.2 Thiết kế tổng quan</a:t>
            </a:r>
            <a:endParaRPr lang="en-US">
              <a:solidFill>
                <a:schemeClr val="tx1"/>
              </a:solidFill>
            </a:endParaRPr>
          </a:p>
        </p:txBody>
      </p:sp>
      <p:pic>
        <p:nvPicPr>
          <p:cNvPr id="7" name="Picture 6" descr="Kien_truc_he_thong"/>
          <p:cNvPicPr>
            <a:picLocks noChangeAspect="1"/>
          </p:cNvPicPr>
          <p:nvPr/>
        </p:nvPicPr>
        <p:blipFill>
          <a:blip r:embed="rId1"/>
          <a:stretch>
            <a:fillRect/>
          </a:stretch>
        </p:blipFill>
        <p:spPr>
          <a:xfrm>
            <a:off x="87630" y="1359535"/>
            <a:ext cx="12016740" cy="4323080"/>
          </a:xfrm>
          <a:prstGeom prst="rect">
            <a:avLst/>
          </a:prstGeom>
        </p:spPr>
      </p:pic>
      <p:sp>
        <p:nvSpPr>
          <p:cNvPr id="8" name="Text Box 7"/>
          <p:cNvSpPr txBox="1"/>
          <p:nvPr/>
        </p:nvSpPr>
        <p:spPr>
          <a:xfrm>
            <a:off x="3938905" y="5786755"/>
            <a:ext cx="3850640" cy="521970"/>
          </a:xfrm>
          <a:prstGeom prst="rect">
            <a:avLst/>
          </a:prstGeom>
          <a:noFill/>
        </p:spPr>
        <p:txBody>
          <a:bodyPr wrap="square" rtlCol="0">
            <a:spAutoFit/>
          </a:bodyPr>
          <a:p>
            <a:r>
              <a:rPr lang="en-US" sz="2800"/>
              <a:t>Sơ đồ kiến trúc hệ thống</a:t>
            </a:r>
            <a:endParaRPr lang="en-US" sz="280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2. Khảo sát và phân tích yêu cầu</a:t>
            </a:r>
            <a:endParaRPr lang="en-US"/>
          </a:p>
        </p:txBody>
      </p:sp>
      <p:sp>
        <p:nvSpPr>
          <p:cNvPr id="6" name="Slide Number Placeholder 5"/>
          <p:cNvSpPr>
            <a:spLocks noGrp="1"/>
          </p:cNvSpPr>
          <p:nvPr>
            <p:ph type="sldNum" sz="quarter" idx="12"/>
          </p:nvPr>
        </p:nvSpPr>
        <p:spPr/>
        <p:txBody>
          <a:bodyPr/>
          <a:lstStyle/>
          <a:p>
            <a:fld id="{9EA0BE3B-158A-4EDF-80DC-E394A0D1600F}" type="slidenum">
              <a:rPr lang="en-US" smtClean="0"/>
            </a:fld>
            <a:endParaRPr lang="en-US"/>
          </a:p>
        </p:txBody>
      </p:sp>
      <p:sp>
        <p:nvSpPr>
          <p:cNvPr id="7" name="Title 1"/>
          <p:cNvSpPr>
            <a:spLocks noGrp="1"/>
          </p:cNvSpPr>
          <p:nvPr/>
        </p:nvSpPr>
        <p:spPr>
          <a:xfrm>
            <a:off x="216535" y="792480"/>
            <a:ext cx="5004435" cy="436245"/>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ltLang="en-US">
                <a:solidFill>
                  <a:schemeClr val="tx1"/>
                </a:solidFill>
              </a:rPr>
              <a:t>4.1.3 Thiết kế chi tiết gói</a:t>
            </a:r>
            <a:endParaRPr lang="en-US" altLang="en-US">
              <a:solidFill>
                <a:schemeClr val="tx1"/>
              </a:solidFill>
            </a:endParaRPr>
          </a:p>
          <a:p>
            <a:endParaRPr lang="en-US" altLang="en-US">
              <a:solidFill>
                <a:schemeClr val="tx1"/>
              </a:solidFill>
            </a:endParaRPr>
          </a:p>
        </p:txBody>
      </p:sp>
      <p:sp>
        <p:nvSpPr>
          <p:cNvPr id="8" name="Text Box 7"/>
          <p:cNvSpPr txBox="1"/>
          <p:nvPr/>
        </p:nvSpPr>
        <p:spPr>
          <a:xfrm>
            <a:off x="4642485" y="1138555"/>
            <a:ext cx="2908300" cy="368300"/>
          </a:xfrm>
          <a:prstGeom prst="rect">
            <a:avLst/>
          </a:prstGeom>
          <a:noFill/>
        </p:spPr>
        <p:txBody>
          <a:bodyPr wrap="square" rtlCol="0" anchor="t">
            <a:spAutoFit/>
          </a:bodyPr>
          <a:p>
            <a:r>
              <a:rPr lang="en-US">
                <a:sym typeface="+mn-ea"/>
              </a:rPr>
              <a:t>Thiết kế chi tiết gói Backend: </a:t>
            </a:r>
            <a:endParaRPr lang="en-US">
              <a:sym typeface="+mn-ea"/>
            </a:endParaRPr>
          </a:p>
        </p:txBody>
      </p:sp>
      <p:pic>
        <p:nvPicPr>
          <p:cNvPr id="11" name="Picture 10" descr="Goi_BE"/>
          <p:cNvPicPr>
            <a:picLocks noChangeAspect="1"/>
          </p:cNvPicPr>
          <p:nvPr/>
        </p:nvPicPr>
        <p:blipFill>
          <a:blip r:embed="rId1"/>
          <a:stretch>
            <a:fillRect/>
          </a:stretch>
        </p:blipFill>
        <p:spPr>
          <a:xfrm>
            <a:off x="-635" y="1506855"/>
            <a:ext cx="12192635" cy="535051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2. Khảo sát và phân tích yêu cầu</a:t>
            </a:r>
            <a:endParaRPr lang="en-US"/>
          </a:p>
        </p:txBody>
      </p:sp>
      <p:sp>
        <p:nvSpPr>
          <p:cNvPr id="6" name="Slide Number Placeholder 5"/>
          <p:cNvSpPr>
            <a:spLocks noGrp="1"/>
          </p:cNvSpPr>
          <p:nvPr>
            <p:ph type="sldNum" sz="quarter" idx="12"/>
          </p:nvPr>
        </p:nvSpPr>
        <p:spPr/>
        <p:txBody>
          <a:bodyPr/>
          <a:lstStyle/>
          <a:p>
            <a:fld id="{9EA0BE3B-158A-4EDF-80DC-E394A0D1600F}" type="slidenum">
              <a:rPr lang="en-US" smtClean="0"/>
            </a:fld>
            <a:endParaRPr lang="en-US"/>
          </a:p>
        </p:txBody>
      </p:sp>
      <p:sp>
        <p:nvSpPr>
          <p:cNvPr id="7" name="Title 1"/>
          <p:cNvSpPr>
            <a:spLocks noGrp="1"/>
          </p:cNvSpPr>
          <p:nvPr/>
        </p:nvSpPr>
        <p:spPr>
          <a:xfrm>
            <a:off x="216535" y="792480"/>
            <a:ext cx="5004435" cy="436245"/>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ltLang="en-US">
                <a:solidFill>
                  <a:schemeClr val="tx1"/>
                </a:solidFill>
              </a:rPr>
              <a:t>4.1.3 Thiết kế chi tiết gói</a:t>
            </a:r>
            <a:endParaRPr lang="en-US" altLang="en-US">
              <a:solidFill>
                <a:schemeClr val="tx1"/>
              </a:solidFill>
            </a:endParaRPr>
          </a:p>
          <a:p>
            <a:endParaRPr lang="en-US" altLang="en-US">
              <a:solidFill>
                <a:schemeClr val="tx1"/>
              </a:solidFill>
            </a:endParaRPr>
          </a:p>
        </p:txBody>
      </p:sp>
      <p:sp>
        <p:nvSpPr>
          <p:cNvPr id="8" name="Text Box 7"/>
          <p:cNvSpPr txBox="1"/>
          <p:nvPr/>
        </p:nvSpPr>
        <p:spPr>
          <a:xfrm>
            <a:off x="4642485" y="1228725"/>
            <a:ext cx="2908300" cy="368300"/>
          </a:xfrm>
          <a:prstGeom prst="rect">
            <a:avLst/>
          </a:prstGeom>
          <a:noFill/>
        </p:spPr>
        <p:txBody>
          <a:bodyPr wrap="square" rtlCol="0" anchor="t">
            <a:spAutoFit/>
          </a:bodyPr>
          <a:p>
            <a:r>
              <a:rPr lang="en-US">
                <a:sym typeface="+mn-ea"/>
              </a:rPr>
              <a:t>Thiết kế chi tiết gói Frontend: </a:t>
            </a:r>
            <a:endParaRPr lang="en-US">
              <a:sym typeface="+mn-ea"/>
            </a:endParaRPr>
          </a:p>
        </p:txBody>
      </p:sp>
      <p:pic>
        <p:nvPicPr>
          <p:cNvPr id="9" name="Picture 8" descr="Goi_FE"/>
          <p:cNvPicPr>
            <a:picLocks noChangeAspect="1"/>
          </p:cNvPicPr>
          <p:nvPr/>
        </p:nvPicPr>
        <p:blipFill>
          <a:blip r:embed="rId1"/>
          <a:stretch>
            <a:fillRect/>
          </a:stretch>
        </p:blipFill>
        <p:spPr>
          <a:xfrm>
            <a:off x="0" y="1560830"/>
            <a:ext cx="12192635" cy="529717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2. Khảo sát và phân tích yêu cầu</a:t>
            </a:r>
            <a:endParaRPr lang="en-US"/>
          </a:p>
        </p:txBody>
      </p:sp>
      <p:sp>
        <p:nvSpPr>
          <p:cNvPr id="6" name="Slide Number Placeholder 5"/>
          <p:cNvSpPr>
            <a:spLocks noGrp="1"/>
          </p:cNvSpPr>
          <p:nvPr>
            <p:ph type="sldNum" sz="quarter" idx="12"/>
          </p:nvPr>
        </p:nvSpPr>
        <p:spPr/>
        <p:txBody>
          <a:bodyPr/>
          <a:lstStyle/>
          <a:p>
            <a:fld id="{9EA0BE3B-158A-4EDF-80DC-E394A0D1600F}" type="slidenum">
              <a:rPr lang="en-US" smtClean="0"/>
            </a:fld>
            <a:endParaRPr lang="en-US"/>
          </a:p>
        </p:txBody>
      </p:sp>
      <p:sp>
        <p:nvSpPr>
          <p:cNvPr id="7" name="Title 1"/>
          <p:cNvSpPr>
            <a:spLocks noGrp="1"/>
          </p:cNvSpPr>
          <p:nvPr/>
        </p:nvSpPr>
        <p:spPr>
          <a:xfrm>
            <a:off x="216535" y="792480"/>
            <a:ext cx="5004435" cy="436245"/>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ltLang="en-US">
                <a:solidFill>
                  <a:schemeClr val="tx1"/>
                </a:solidFill>
              </a:rPr>
              <a:t>4.2.1 Thiết kế chi tiết lớp</a:t>
            </a:r>
            <a:endParaRPr lang="en-US" altLang="en-US">
              <a:solidFill>
                <a:schemeClr val="tx1"/>
              </a:solidFill>
            </a:endParaRPr>
          </a:p>
          <a:p>
            <a:endParaRPr lang="en-US" altLang="en-US">
              <a:solidFill>
                <a:schemeClr val="tx1"/>
              </a:solidFill>
            </a:endParaRPr>
          </a:p>
        </p:txBody>
      </p:sp>
      <p:pic>
        <p:nvPicPr>
          <p:cNvPr id="3" name="Picture 2" descr="Class Diagram1"/>
          <p:cNvPicPr>
            <a:picLocks noChangeAspect="1"/>
          </p:cNvPicPr>
          <p:nvPr/>
        </p:nvPicPr>
        <p:blipFill>
          <a:blip r:embed="rId1"/>
          <a:stretch>
            <a:fillRect/>
          </a:stretch>
        </p:blipFill>
        <p:spPr>
          <a:xfrm>
            <a:off x="0" y="1513205"/>
            <a:ext cx="12192000" cy="5344795"/>
          </a:xfrm>
          <a:prstGeom prst="rect">
            <a:avLst/>
          </a:prstGeom>
        </p:spPr>
      </p:pic>
      <p:sp>
        <p:nvSpPr>
          <p:cNvPr id="8" name="Text Box 7"/>
          <p:cNvSpPr txBox="1"/>
          <p:nvPr/>
        </p:nvSpPr>
        <p:spPr>
          <a:xfrm>
            <a:off x="2953385" y="1228725"/>
            <a:ext cx="6096000" cy="368300"/>
          </a:xfrm>
          <a:prstGeom prst="rect">
            <a:avLst/>
          </a:prstGeom>
          <a:noFill/>
        </p:spPr>
        <p:txBody>
          <a:bodyPr wrap="square" rtlCol="0" anchor="t">
            <a:spAutoFit/>
          </a:bodyPr>
          <a:p>
            <a:r>
              <a:rPr lang="en-US">
                <a:sym typeface="+mn-ea"/>
              </a:rPr>
              <a:t>Thiết kế usecase “ Xem danh sách/ chi tiết chuyến du lịch</a:t>
            </a:r>
            <a:endParaRPr lang="en-US">
              <a:sym typeface="+mn-ea"/>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2. Khảo sát và phân tích yêu cầu</a:t>
            </a:r>
            <a:endParaRPr lang="en-US"/>
          </a:p>
        </p:txBody>
      </p:sp>
      <p:sp>
        <p:nvSpPr>
          <p:cNvPr id="6" name="Slide Number Placeholder 5"/>
          <p:cNvSpPr>
            <a:spLocks noGrp="1"/>
          </p:cNvSpPr>
          <p:nvPr>
            <p:ph type="sldNum" sz="quarter" idx="12"/>
          </p:nvPr>
        </p:nvSpPr>
        <p:spPr/>
        <p:txBody>
          <a:bodyPr/>
          <a:lstStyle/>
          <a:p>
            <a:fld id="{9EA0BE3B-158A-4EDF-80DC-E394A0D1600F}" type="slidenum">
              <a:rPr lang="en-US" smtClean="0"/>
            </a:fld>
            <a:endParaRPr lang="en-US"/>
          </a:p>
        </p:txBody>
      </p:sp>
      <p:sp>
        <p:nvSpPr>
          <p:cNvPr id="7" name="Title 1"/>
          <p:cNvSpPr>
            <a:spLocks noGrp="1"/>
          </p:cNvSpPr>
          <p:nvPr/>
        </p:nvSpPr>
        <p:spPr>
          <a:xfrm>
            <a:off x="216535" y="792480"/>
            <a:ext cx="5004435" cy="436245"/>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ltLang="en-US">
                <a:solidFill>
                  <a:schemeClr val="tx1"/>
                </a:solidFill>
              </a:rPr>
              <a:t>4.2.2 Thiết kế cơ sở dữ liệu</a:t>
            </a:r>
            <a:endParaRPr lang="en-US" altLang="en-US">
              <a:solidFill>
                <a:schemeClr val="tx1"/>
              </a:solidFill>
            </a:endParaRPr>
          </a:p>
          <a:p>
            <a:endParaRPr lang="en-US" altLang="en-US">
              <a:solidFill>
                <a:schemeClr val="tx1"/>
              </a:solidFill>
            </a:endParaRPr>
          </a:p>
        </p:txBody>
      </p:sp>
      <p:pic>
        <p:nvPicPr>
          <p:cNvPr id="3" name="Picture 2"/>
          <p:cNvPicPr>
            <a:picLocks noChangeAspect="1"/>
          </p:cNvPicPr>
          <p:nvPr/>
        </p:nvPicPr>
        <p:blipFill>
          <a:blip r:embed="rId1"/>
          <a:stretch>
            <a:fillRect/>
          </a:stretch>
        </p:blipFill>
        <p:spPr>
          <a:xfrm>
            <a:off x="0" y="1228725"/>
            <a:ext cx="12191365" cy="568769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5. Kết quả đạt được và chức năng chính</a:t>
            </a:r>
            <a:endParaRPr lang="en-US"/>
          </a:p>
        </p:txBody>
      </p:sp>
      <p:sp>
        <p:nvSpPr>
          <p:cNvPr id="3" name="Text Placeholder 2"/>
          <p:cNvSpPr>
            <a:spLocks noGrp="1"/>
          </p:cNvSpPr>
          <p:nvPr>
            <p:ph type="body" sz="quarter" idx="13"/>
          </p:nvPr>
        </p:nvSpPr>
        <p:spPr>
          <a:xfrm>
            <a:off x="338455" y="910590"/>
            <a:ext cx="3446780" cy="550545"/>
          </a:xfrm>
        </p:spPr>
        <p:txBody>
          <a:bodyPr/>
          <a:lstStyle/>
          <a:p>
            <a:r>
              <a:rPr lang="en-US"/>
              <a:t>Thông số sản phẩm:</a:t>
            </a:r>
            <a:br>
              <a:rPr lang="en-US"/>
            </a:br>
            <a:endParaRPr lang="en-US"/>
          </a:p>
        </p:txBody>
      </p:sp>
      <p:sp>
        <p:nvSpPr>
          <p:cNvPr id="4" name="Slide Number Placeholder 3"/>
          <p:cNvSpPr>
            <a:spLocks noGrp="1"/>
          </p:cNvSpPr>
          <p:nvPr>
            <p:ph type="sldNum" sz="quarter" idx="12"/>
          </p:nvPr>
        </p:nvSpPr>
        <p:spPr/>
        <p:txBody>
          <a:bodyPr/>
          <a:lstStyle/>
          <a:p>
            <a:fld id="{9EA0BE3B-158A-4EDF-80DC-E394A0D1600F}" type="slidenum">
              <a:rPr lang="en-US" smtClean="0"/>
            </a:fld>
            <a:endParaRPr lang="en-US"/>
          </a:p>
        </p:txBody>
      </p:sp>
      <p:graphicFrame>
        <p:nvGraphicFramePr>
          <p:cNvPr id="6" name="Table 5"/>
          <p:cNvGraphicFramePr/>
          <p:nvPr>
            <p:custDataLst>
              <p:tags r:id="rId1"/>
            </p:custDataLst>
          </p:nvPr>
        </p:nvGraphicFramePr>
        <p:xfrm>
          <a:off x="705485" y="1675130"/>
          <a:ext cx="10781030" cy="4048125"/>
        </p:xfrm>
        <a:graphic>
          <a:graphicData uri="http://schemas.openxmlformats.org/drawingml/2006/table">
            <a:tbl>
              <a:tblPr firstRow="1" bandRow="1">
                <a:tableStyleId>{5C22544A-7EE6-4342-B048-85BDC9FD1C3A}</a:tableStyleId>
              </a:tblPr>
              <a:tblGrid>
                <a:gridCol w="5390515"/>
                <a:gridCol w="5390515"/>
              </a:tblGrid>
              <a:tr h="809625">
                <a:tc>
                  <a:txBody>
                    <a:bodyPr/>
                    <a:p>
                      <a:pPr>
                        <a:buNone/>
                      </a:pPr>
                      <a:r>
                        <a:rPr lang="en-US"/>
                        <a:t>Thông tin</a:t>
                      </a:r>
                      <a:endParaRPr lang="en-US"/>
                    </a:p>
                  </a:txBody>
                  <a:tcPr/>
                </a:tc>
                <a:tc>
                  <a:txBody>
                    <a:bodyPr/>
                    <a:p>
                      <a:pPr>
                        <a:buNone/>
                      </a:pPr>
                      <a:r>
                        <a:rPr lang="en-US"/>
                        <a:t>Số liệu</a:t>
                      </a:r>
                      <a:endParaRPr lang="en-US"/>
                    </a:p>
                  </a:txBody>
                  <a:tcPr/>
                </a:tc>
              </a:tr>
              <a:tr h="809625">
                <a:tc>
                  <a:txBody>
                    <a:bodyPr/>
                    <a:p>
                      <a:pPr>
                        <a:buNone/>
                      </a:pPr>
                      <a:r>
                        <a:rPr lang="en-US"/>
                        <a:t>Số dòng code</a:t>
                      </a:r>
                      <a:endParaRPr lang="en-US"/>
                    </a:p>
                  </a:txBody>
                  <a:tcPr/>
                </a:tc>
                <a:tc>
                  <a:txBody>
                    <a:bodyPr/>
                    <a:p>
                      <a:pPr>
                        <a:buNone/>
                      </a:pPr>
                      <a:r>
                        <a:rPr lang="en-US"/>
                        <a:t>14.605 dòng</a:t>
                      </a:r>
                      <a:endParaRPr lang="en-US"/>
                    </a:p>
                  </a:txBody>
                  <a:tcPr/>
                </a:tc>
              </a:tr>
              <a:tr h="809625">
                <a:tc>
                  <a:txBody>
                    <a:bodyPr/>
                    <a:p>
                      <a:pPr>
                        <a:buNone/>
                      </a:pPr>
                      <a:r>
                        <a:rPr lang="en-US"/>
                        <a:t>Số gói</a:t>
                      </a:r>
                      <a:endParaRPr lang="en-US"/>
                    </a:p>
                  </a:txBody>
                  <a:tcPr/>
                </a:tc>
                <a:tc>
                  <a:txBody>
                    <a:bodyPr/>
                    <a:p>
                      <a:pPr>
                        <a:buNone/>
                      </a:pPr>
                      <a:r>
                        <a:rPr lang="en-US"/>
                        <a:t>2 gói</a:t>
                      </a:r>
                      <a:endParaRPr lang="en-US"/>
                    </a:p>
                  </a:txBody>
                  <a:tcPr/>
                </a:tc>
              </a:tr>
              <a:tr h="809625">
                <a:tc>
                  <a:txBody>
                    <a:bodyPr/>
                    <a:p>
                      <a:pPr>
                        <a:buNone/>
                      </a:pPr>
                      <a:r>
                        <a:rPr lang="en-US"/>
                        <a:t>Số lớp </a:t>
                      </a:r>
                      <a:endParaRPr lang="en-US"/>
                    </a:p>
                  </a:txBody>
                  <a:tcPr/>
                </a:tc>
                <a:tc>
                  <a:txBody>
                    <a:bodyPr/>
                    <a:p>
                      <a:pPr>
                        <a:buNone/>
                      </a:pPr>
                      <a:r>
                        <a:rPr lang="en-US"/>
                        <a:t>112 lớp</a:t>
                      </a:r>
                      <a:endParaRPr lang="en-US"/>
                    </a:p>
                  </a:txBody>
                  <a:tcPr/>
                </a:tc>
              </a:tr>
              <a:tr h="809625">
                <a:tc>
                  <a:txBody>
                    <a:bodyPr/>
                    <a:p>
                      <a:pPr>
                        <a:buNone/>
                      </a:pPr>
                      <a:r>
                        <a:rPr lang="en-US"/>
                        <a:t>Dung lượng toàn bộ mã nguồn</a:t>
                      </a:r>
                      <a:endParaRPr lang="en-US"/>
                    </a:p>
                  </a:txBody>
                  <a:tcPr/>
                </a:tc>
                <a:tc>
                  <a:txBody>
                    <a:bodyPr/>
                    <a:p>
                      <a:pPr>
                        <a:buNone/>
                      </a:pPr>
                      <a:r>
                        <a:rPr lang="en-US"/>
                        <a:t>54 MB</a:t>
                      </a:r>
                      <a:endParaRPr lang="en-US"/>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5. Kết quả đạt được và chức năng chính</a:t>
            </a:r>
            <a:endParaRPr lang="en-US"/>
          </a:p>
        </p:txBody>
      </p:sp>
      <p:sp>
        <p:nvSpPr>
          <p:cNvPr id="3" name="Text Placeholder 2"/>
          <p:cNvSpPr>
            <a:spLocks noGrp="1"/>
          </p:cNvSpPr>
          <p:nvPr>
            <p:ph type="body" sz="quarter" idx="13"/>
          </p:nvPr>
        </p:nvSpPr>
        <p:spPr>
          <a:xfrm>
            <a:off x="4723765" y="6079490"/>
            <a:ext cx="2744470" cy="535940"/>
          </a:xfrm>
        </p:spPr>
        <p:txBody>
          <a:bodyPr/>
          <a:p>
            <a:pPr marL="0" indent="0">
              <a:buNone/>
            </a:pPr>
            <a:r>
              <a:rPr lang="en-US" altLang="en-US" sz="2400"/>
              <a:t>Màn hình trang chủ </a:t>
            </a:r>
            <a:endParaRPr lang="en-US" altLang="en-US" sz="2400"/>
          </a:p>
        </p:txBody>
      </p:sp>
      <p:sp>
        <p:nvSpPr>
          <p:cNvPr id="4" name="Slide Number Placeholder 3"/>
          <p:cNvSpPr>
            <a:spLocks noGrp="1"/>
          </p:cNvSpPr>
          <p:nvPr>
            <p:ph type="sldNum" sz="quarter" idx="12"/>
          </p:nvPr>
        </p:nvSpPr>
        <p:spPr/>
        <p:txBody>
          <a:bodyPr/>
          <a:p>
            <a:fld id="{9EA0BE3B-158A-4EDF-80DC-E394A0D1600F}" type="slidenum">
              <a:rPr lang="en-US" smtClean="0"/>
            </a:fld>
            <a:endParaRPr lang="en-US" dirty="0"/>
          </a:p>
        </p:txBody>
      </p:sp>
      <p:pic>
        <p:nvPicPr>
          <p:cNvPr id="7" name="Picture Placeholder 5"/>
          <p:cNvPicPr>
            <a:picLocks noChangeAspect="1"/>
          </p:cNvPicPr>
          <p:nvPr/>
        </p:nvPicPr>
        <p:blipFill>
          <a:blip r:embed="rId1"/>
          <a:stretch>
            <a:fillRect/>
          </a:stretch>
        </p:blipFill>
        <p:spPr>
          <a:xfrm>
            <a:off x="706755" y="813435"/>
            <a:ext cx="10778490" cy="52660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5. Kết quả đạt được và chức năng chính</a:t>
            </a:r>
            <a:endParaRPr lang="en-US"/>
          </a:p>
        </p:txBody>
      </p:sp>
      <p:sp>
        <p:nvSpPr>
          <p:cNvPr id="3" name="Text Placeholder 2"/>
          <p:cNvSpPr>
            <a:spLocks noGrp="1"/>
          </p:cNvSpPr>
          <p:nvPr>
            <p:ph type="body" sz="quarter" idx="13"/>
          </p:nvPr>
        </p:nvSpPr>
        <p:spPr>
          <a:xfrm>
            <a:off x="4650740" y="6033135"/>
            <a:ext cx="2706370" cy="535940"/>
          </a:xfrm>
        </p:spPr>
        <p:txBody>
          <a:bodyPr/>
          <a:p>
            <a:pPr marL="0" indent="0">
              <a:buNone/>
            </a:pPr>
            <a:r>
              <a:rPr lang="en-US" altLang="en-US" sz="2400"/>
              <a:t>Màn hình tìm kiếm</a:t>
            </a:r>
            <a:endParaRPr lang="en-US" altLang="en-US" sz="2400"/>
          </a:p>
        </p:txBody>
      </p:sp>
      <p:sp>
        <p:nvSpPr>
          <p:cNvPr id="4" name="Slide Number Placeholder 3"/>
          <p:cNvSpPr>
            <a:spLocks noGrp="1"/>
          </p:cNvSpPr>
          <p:nvPr>
            <p:ph type="sldNum" sz="quarter" idx="12"/>
          </p:nvPr>
        </p:nvSpPr>
        <p:spPr/>
        <p:txBody>
          <a:bodyPr/>
          <a:p>
            <a:fld id="{9EA0BE3B-158A-4EDF-80DC-E394A0D1600F}" type="slidenum">
              <a:rPr lang="en-US" smtClean="0"/>
            </a:fld>
            <a:endParaRPr lang="en-US" dirty="0"/>
          </a:p>
        </p:txBody>
      </p:sp>
      <p:pic>
        <p:nvPicPr>
          <p:cNvPr id="5" name="Picture 4" descr="ManHinhTimkiem"/>
          <p:cNvPicPr>
            <a:picLocks noChangeAspect="1"/>
          </p:cNvPicPr>
          <p:nvPr/>
        </p:nvPicPr>
        <p:blipFill>
          <a:blip r:embed="rId1"/>
          <a:stretch>
            <a:fillRect/>
          </a:stretch>
        </p:blipFill>
        <p:spPr>
          <a:xfrm>
            <a:off x="1375410" y="855980"/>
            <a:ext cx="9441180" cy="517969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5. Kết quả đạt được và chức năng chính</a:t>
            </a:r>
            <a:endParaRPr lang="en-US"/>
          </a:p>
        </p:txBody>
      </p:sp>
      <p:sp>
        <p:nvSpPr>
          <p:cNvPr id="3" name="Text Placeholder 2"/>
          <p:cNvSpPr>
            <a:spLocks noGrp="1"/>
          </p:cNvSpPr>
          <p:nvPr>
            <p:ph type="body" sz="quarter" idx="13"/>
          </p:nvPr>
        </p:nvSpPr>
        <p:spPr>
          <a:xfrm>
            <a:off x="4011295" y="6078855"/>
            <a:ext cx="4170045" cy="535940"/>
          </a:xfrm>
        </p:spPr>
        <p:txBody>
          <a:bodyPr/>
          <a:p>
            <a:pPr marL="0" indent="0">
              <a:buNone/>
            </a:pPr>
            <a:r>
              <a:rPr lang="en-US" altLang="en-US" sz="2400"/>
              <a:t>Màn hình chi tiết chuyến du lịch</a:t>
            </a:r>
            <a:endParaRPr lang="en-US" altLang="en-US" sz="2400"/>
          </a:p>
        </p:txBody>
      </p:sp>
      <p:sp>
        <p:nvSpPr>
          <p:cNvPr id="4" name="Slide Number Placeholder 3"/>
          <p:cNvSpPr>
            <a:spLocks noGrp="1"/>
          </p:cNvSpPr>
          <p:nvPr>
            <p:ph type="sldNum" sz="quarter" idx="12"/>
          </p:nvPr>
        </p:nvSpPr>
        <p:spPr/>
        <p:txBody>
          <a:bodyPr/>
          <a:p>
            <a:fld id="{9EA0BE3B-158A-4EDF-80DC-E394A0D1600F}" type="slidenum">
              <a:rPr lang="en-US" smtClean="0"/>
            </a:fld>
            <a:endParaRPr lang="en-US" dirty="0"/>
          </a:p>
        </p:txBody>
      </p:sp>
      <p:pic>
        <p:nvPicPr>
          <p:cNvPr id="6" name="Picture 5" descr="ManHinhChiTietTour"/>
          <p:cNvPicPr>
            <a:picLocks noChangeAspect="1"/>
          </p:cNvPicPr>
          <p:nvPr/>
        </p:nvPicPr>
        <p:blipFill>
          <a:blip r:embed="rId1"/>
          <a:stretch>
            <a:fillRect/>
          </a:stretch>
        </p:blipFill>
        <p:spPr>
          <a:xfrm>
            <a:off x="1297305" y="901065"/>
            <a:ext cx="9596755" cy="52387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5. Kết quả đạt được và chức năng chính</a:t>
            </a:r>
            <a:endParaRPr lang="en-US"/>
          </a:p>
        </p:txBody>
      </p:sp>
      <p:sp>
        <p:nvSpPr>
          <p:cNvPr id="3" name="Text Placeholder 2"/>
          <p:cNvSpPr>
            <a:spLocks noGrp="1"/>
          </p:cNvSpPr>
          <p:nvPr>
            <p:ph type="body" sz="quarter" idx="13"/>
          </p:nvPr>
        </p:nvSpPr>
        <p:spPr>
          <a:xfrm>
            <a:off x="4650740" y="5956935"/>
            <a:ext cx="2706370" cy="535940"/>
          </a:xfrm>
        </p:spPr>
        <p:txBody>
          <a:bodyPr/>
          <a:p>
            <a:pPr marL="0" indent="0">
              <a:buNone/>
            </a:pPr>
            <a:r>
              <a:rPr lang="en-US" altLang="en-US" sz="2400"/>
              <a:t>Màn hình tìm kiếm</a:t>
            </a:r>
            <a:endParaRPr lang="en-US" altLang="en-US" sz="2400"/>
          </a:p>
        </p:txBody>
      </p:sp>
      <p:sp>
        <p:nvSpPr>
          <p:cNvPr id="4" name="Slide Number Placeholder 3"/>
          <p:cNvSpPr>
            <a:spLocks noGrp="1"/>
          </p:cNvSpPr>
          <p:nvPr>
            <p:ph type="sldNum" sz="quarter" idx="12"/>
          </p:nvPr>
        </p:nvSpPr>
        <p:spPr/>
        <p:txBody>
          <a:bodyPr/>
          <a:p>
            <a:fld id="{9EA0BE3B-158A-4EDF-80DC-E394A0D1600F}" type="slidenum">
              <a:rPr lang="en-US" smtClean="0"/>
            </a:fld>
            <a:endParaRPr lang="en-US" dirty="0"/>
          </a:p>
        </p:txBody>
      </p:sp>
      <p:pic>
        <p:nvPicPr>
          <p:cNvPr id="5" name="Picture 4" descr="ManHinhTimkiem"/>
          <p:cNvPicPr>
            <a:picLocks noChangeAspect="1"/>
          </p:cNvPicPr>
          <p:nvPr/>
        </p:nvPicPr>
        <p:blipFill>
          <a:blip r:embed="rId1"/>
          <a:stretch>
            <a:fillRect/>
          </a:stretch>
        </p:blipFill>
        <p:spPr>
          <a:xfrm>
            <a:off x="1440180" y="855980"/>
            <a:ext cx="9311640" cy="51085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5. Kết quả đạt được và chức năng chính</a:t>
            </a:r>
            <a:endParaRPr lang="en-US"/>
          </a:p>
        </p:txBody>
      </p:sp>
      <p:sp>
        <p:nvSpPr>
          <p:cNvPr id="3" name="Text Placeholder 2"/>
          <p:cNvSpPr>
            <a:spLocks noGrp="1"/>
          </p:cNvSpPr>
          <p:nvPr>
            <p:ph type="body" sz="quarter" idx="13"/>
          </p:nvPr>
        </p:nvSpPr>
        <p:spPr>
          <a:xfrm>
            <a:off x="4422775" y="6071235"/>
            <a:ext cx="3346450" cy="535940"/>
          </a:xfrm>
        </p:spPr>
        <p:txBody>
          <a:bodyPr/>
          <a:p>
            <a:pPr marL="0" indent="0">
              <a:buNone/>
            </a:pPr>
            <a:r>
              <a:rPr lang="en-US" altLang="en-US" sz="2400"/>
              <a:t>Màn hình xem đơn hàng</a:t>
            </a:r>
            <a:endParaRPr lang="en-US" altLang="en-US" sz="2400"/>
          </a:p>
        </p:txBody>
      </p:sp>
      <p:sp>
        <p:nvSpPr>
          <p:cNvPr id="4" name="Slide Number Placeholder 3"/>
          <p:cNvSpPr>
            <a:spLocks noGrp="1"/>
          </p:cNvSpPr>
          <p:nvPr>
            <p:ph type="sldNum" sz="quarter" idx="12"/>
          </p:nvPr>
        </p:nvSpPr>
        <p:spPr/>
        <p:txBody>
          <a:bodyPr/>
          <a:p>
            <a:fld id="{9EA0BE3B-158A-4EDF-80DC-E394A0D1600F}" type="slidenum">
              <a:rPr lang="en-US" smtClean="0"/>
            </a:fld>
            <a:endParaRPr lang="en-US" dirty="0"/>
          </a:p>
        </p:txBody>
      </p:sp>
      <p:pic>
        <p:nvPicPr>
          <p:cNvPr id="6" name="Picture 5" descr="ManHinhXemDonHang"/>
          <p:cNvPicPr>
            <a:picLocks noChangeAspect="1"/>
          </p:cNvPicPr>
          <p:nvPr/>
        </p:nvPicPr>
        <p:blipFill>
          <a:blip r:embed="rId1"/>
          <a:stretch>
            <a:fillRect/>
          </a:stretch>
        </p:blipFill>
        <p:spPr>
          <a:xfrm>
            <a:off x="1527175" y="909955"/>
            <a:ext cx="9137650" cy="52216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5. Kết quả đạt được và chức năng chính</a:t>
            </a:r>
            <a:endParaRPr lang="en-US"/>
          </a:p>
        </p:txBody>
      </p:sp>
      <p:sp>
        <p:nvSpPr>
          <p:cNvPr id="3" name="Text Placeholder 2"/>
          <p:cNvSpPr>
            <a:spLocks noGrp="1"/>
          </p:cNvSpPr>
          <p:nvPr>
            <p:ph type="body" sz="quarter" idx="13"/>
          </p:nvPr>
        </p:nvSpPr>
        <p:spPr>
          <a:xfrm>
            <a:off x="2660015" y="6059805"/>
            <a:ext cx="6579870" cy="535940"/>
          </a:xfrm>
        </p:spPr>
        <p:txBody>
          <a:bodyPr/>
          <a:p>
            <a:pPr marL="0" indent="0">
              <a:buNone/>
            </a:pPr>
            <a:r>
              <a:rPr lang="en-US" altLang="en-US" sz="2400"/>
              <a:t>Màn hình quản lý chuyến du lịch của người quản lý </a:t>
            </a:r>
            <a:endParaRPr lang="en-US" altLang="en-US" sz="2400"/>
          </a:p>
        </p:txBody>
      </p:sp>
      <p:sp>
        <p:nvSpPr>
          <p:cNvPr id="4" name="Slide Number Placeholder 3"/>
          <p:cNvSpPr>
            <a:spLocks noGrp="1"/>
          </p:cNvSpPr>
          <p:nvPr>
            <p:ph type="sldNum" sz="quarter" idx="12"/>
          </p:nvPr>
        </p:nvSpPr>
        <p:spPr/>
        <p:txBody>
          <a:bodyPr/>
          <a:p>
            <a:fld id="{9EA0BE3B-158A-4EDF-80DC-E394A0D1600F}" type="slidenum">
              <a:rPr lang="en-US" smtClean="0"/>
            </a:fld>
            <a:endParaRPr lang="en-US" dirty="0"/>
          </a:p>
        </p:txBody>
      </p:sp>
      <p:pic>
        <p:nvPicPr>
          <p:cNvPr id="5" name="Picture 4" descr="QuanlyTourManager"/>
          <p:cNvPicPr>
            <a:picLocks noChangeAspect="1"/>
          </p:cNvPicPr>
          <p:nvPr/>
        </p:nvPicPr>
        <p:blipFill>
          <a:blip r:embed="rId1"/>
          <a:stretch>
            <a:fillRect/>
          </a:stretch>
        </p:blipFill>
        <p:spPr>
          <a:xfrm>
            <a:off x="1391920" y="852805"/>
            <a:ext cx="9047480" cy="5207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5. Kết quả đạt được và chức năng chính</a:t>
            </a:r>
            <a:endParaRPr lang="en-US"/>
          </a:p>
        </p:txBody>
      </p:sp>
      <p:sp>
        <p:nvSpPr>
          <p:cNvPr id="3" name="Text Placeholder 2"/>
          <p:cNvSpPr>
            <a:spLocks noGrp="1"/>
          </p:cNvSpPr>
          <p:nvPr>
            <p:ph type="body" sz="quarter" idx="13"/>
          </p:nvPr>
        </p:nvSpPr>
        <p:spPr>
          <a:xfrm>
            <a:off x="4422775" y="6071235"/>
            <a:ext cx="4123690" cy="535940"/>
          </a:xfrm>
        </p:spPr>
        <p:txBody>
          <a:bodyPr/>
          <a:p>
            <a:pPr marL="0" indent="0">
              <a:buNone/>
            </a:pPr>
            <a:r>
              <a:rPr lang="en-US" altLang="en-US" sz="2400"/>
              <a:t>Màn hình quản lý đơn đặt hàng</a:t>
            </a:r>
            <a:endParaRPr lang="en-US" altLang="en-US" sz="2400"/>
          </a:p>
        </p:txBody>
      </p:sp>
      <p:sp>
        <p:nvSpPr>
          <p:cNvPr id="4" name="Slide Number Placeholder 3"/>
          <p:cNvSpPr>
            <a:spLocks noGrp="1"/>
          </p:cNvSpPr>
          <p:nvPr>
            <p:ph type="sldNum" sz="quarter" idx="12"/>
          </p:nvPr>
        </p:nvSpPr>
        <p:spPr/>
        <p:txBody>
          <a:bodyPr/>
          <a:p>
            <a:fld id="{9EA0BE3B-158A-4EDF-80DC-E394A0D1600F}" type="slidenum">
              <a:rPr lang="en-US" smtClean="0"/>
            </a:fld>
            <a:endParaRPr lang="en-US" dirty="0"/>
          </a:p>
        </p:txBody>
      </p:sp>
      <p:pic>
        <p:nvPicPr>
          <p:cNvPr id="5" name="Picture 4" descr="QuanLyBooking"/>
          <p:cNvPicPr>
            <a:picLocks noChangeAspect="1"/>
          </p:cNvPicPr>
          <p:nvPr/>
        </p:nvPicPr>
        <p:blipFill>
          <a:blip r:embed="rId1"/>
          <a:stretch>
            <a:fillRect/>
          </a:stretch>
        </p:blipFill>
        <p:spPr>
          <a:xfrm>
            <a:off x="1505585" y="872490"/>
            <a:ext cx="9074785" cy="519874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6. Các giải pháp đóng góp</a:t>
            </a:r>
            <a:endParaRPr lang="en-US"/>
          </a:p>
        </p:txBody>
      </p:sp>
      <p:sp>
        <p:nvSpPr>
          <p:cNvPr id="4" name="Slide Number Placeholder 3"/>
          <p:cNvSpPr>
            <a:spLocks noGrp="1"/>
          </p:cNvSpPr>
          <p:nvPr>
            <p:ph type="sldNum" sz="quarter" idx="12"/>
          </p:nvPr>
        </p:nvSpPr>
        <p:spPr/>
        <p:txBody>
          <a:bodyPr/>
          <a:p>
            <a:fld id="{9EA0BE3B-158A-4EDF-80DC-E394A0D1600F}" type="slidenum">
              <a:rPr lang="en-US" smtClean="0"/>
            </a:fld>
            <a:endParaRPr lang="en-US" dirty="0"/>
          </a:p>
        </p:txBody>
      </p:sp>
      <p:sp>
        <p:nvSpPr>
          <p:cNvPr id="7" name="Text Placeholder 6"/>
          <p:cNvSpPr/>
          <p:nvPr>
            <p:ph type="body" sz="quarter" idx="13"/>
          </p:nvPr>
        </p:nvSpPr>
        <p:spPr>
          <a:xfrm>
            <a:off x="205105" y="1370965"/>
            <a:ext cx="11515725" cy="3742055"/>
          </a:xfrm>
        </p:spPr>
        <p:txBody>
          <a:bodyPr/>
          <a:p>
            <a:r>
              <a:rPr lang="en-US"/>
              <a:t>Vấn đề: </a:t>
            </a:r>
            <a:br>
              <a:rPr lang="en-US"/>
            </a:br>
            <a:r>
              <a:rPr lang="en-US"/>
              <a:t>	1. Thị trường Việt Nam bị phân mảnh với nhiều website riêng lẻ, gây 	khó khăn cho người dùng cho việc so sánh và lựa chọn.</a:t>
            </a:r>
            <a:br>
              <a:rPr lang="en-US"/>
            </a:br>
            <a:r>
              <a:rPr lang="en-US"/>
              <a:t>	2. Doanh nghiệp( đặc biệt là các đơn vị nhỏ) tốn kém chi phí xây dựng, 	vận hành hệ thống riêng. </a:t>
            </a:r>
            <a:endParaRPr lang="en-US"/>
          </a:p>
          <a:p>
            <a:r>
              <a:rPr lang="en-US"/>
              <a:t>Giải pháp:</a:t>
            </a:r>
            <a:br>
              <a:rPr lang="en-US"/>
            </a:br>
            <a:r>
              <a:rPr lang="en-US"/>
              <a:t>	1. Xây dựng nền tảng </a:t>
            </a:r>
            <a:r>
              <a:rPr lang="en-US" b="1"/>
              <a:t>Marketplace du lịch tập trung</a:t>
            </a:r>
            <a:r>
              <a:rPr lang="en-US"/>
              <a:t>.</a:t>
            </a:r>
            <a:br>
              <a:rPr lang="en-US"/>
            </a:br>
            <a:r>
              <a:rPr lang="en-US"/>
              <a:t>	2. Thiết kế hệ thống </a:t>
            </a:r>
            <a:r>
              <a:rPr lang="en-US" b="1"/>
              <a:t>phân quyền đa đối tượng</a:t>
            </a:r>
            <a:r>
              <a:rPr lang="en-US"/>
              <a:t> với 3 vai trò rõ ràng:</a:t>
            </a:r>
            <a:r>
              <a:rPr lang="en-US" b="1"/>
              <a:t> 	Admin</a:t>
            </a:r>
            <a:r>
              <a:rPr lang="en-US"/>
              <a:t> (Quản trị hệ thống), </a:t>
            </a:r>
            <a:r>
              <a:rPr lang="en-US" b="1"/>
              <a:t>TourManager</a:t>
            </a:r>
            <a:r>
              <a:rPr lang="en-US"/>
              <a:t> (Nhà cung cấp) và </a:t>
            </a:r>
            <a:r>
              <a:rPr lang="en-US" b="1"/>
              <a:t>Khách hàng</a:t>
            </a:r>
            <a:r>
              <a:rPr lang="en-US"/>
              <a:t>.</a:t>
            </a:r>
            <a:endParaRPr lang="en-US"/>
          </a:p>
          <a:p>
            <a:pPr marL="0" indent="0">
              <a:buNone/>
            </a:pPr>
            <a:endParaRPr lang="en-US" altLang="en-US"/>
          </a:p>
        </p:txBody>
      </p:sp>
      <p:sp>
        <p:nvSpPr>
          <p:cNvPr id="8" name="Text Box 7"/>
          <p:cNvSpPr txBox="1"/>
          <p:nvPr/>
        </p:nvSpPr>
        <p:spPr>
          <a:xfrm>
            <a:off x="338455" y="848995"/>
            <a:ext cx="10445750" cy="521970"/>
          </a:xfrm>
          <a:prstGeom prst="rect">
            <a:avLst/>
          </a:prstGeom>
          <a:noFill/>
        </p:spPr>
        <p:txBody>
          <a:bodyPr wrap="square" rtlCol="0" anchor="t">
            <a:spAutoFit/>
          </a:bodyPr>
          <a:p>
            <a:r>
              <a:rPr lang="en-US" sz="2800" b="1">
                <a:sym typeface="+mn-ea"/>
              </a:rPr>
              <a:t>6.1 Xây dựng nền tảng Marketplace Chuyến du lịch đa đối tượng</a:t>
            </a:r>
            <a:endParaRPr lang="en-US" sz="2800" b="1">
              <a:sym typeface="+mn-ea"/>
            </a:endParaRPr>
          </a:p>
        </p:txBody>
      </p:sp>
      <p:sp>
        <p:nvSpPr>
          <p:cNvPr id="10" name="Text Box 9"/>
          <p:cNvSpPr txBox="1"/>
          <p:nvPr/>
        </p:nvSpPr>
        <p:spPr>
          <a:xfrm>
            <a:off x="269875" y="5209540"/>
            <a:ext cx="11386820" cy="1383665"/>
          </a:xfrm>
          <a:prstGeom prst="rect">
            <a:avLst/>
          </a:prstGeom>
          <a:noFill/>
        </p:spPr>
        <p:txBody>
          <a:bodyPr wrap="square" rtlCol="0">
            <a:spAutoFit/>
          </a:bodyPr>
          <a:p>
            <a:r>
              <a:rPr lang="en-US" altLang="en-US" sz="2800">
                <a:latin typeface="Lato" panose="020F0502020204030203" pitchFamily="34" charset="0"/>
                <a:cs typeface="Lato" panose="020F0502020204030203" pitchFamily="34" charset="0"/>
                <a:sym typeface="+mn-ea"/>
              </a:rPr>
              <a:t>=&gt; Kết quả: Nền tảng minh bạch, tăng trải nghiệm lựa chọn cho khách hàng và tối ưu chi phí vận hành cho các doanh nghiệp.</a:t>
            </a:r>
            <a:endParaRPr lang="en-US" altLang="en-US" sz="2800">
              <a:latin typeface="Lato" panose="020F0502020204030203" pitchFamily="34" charset="0"/>
              <a:cs typeface="Lato" panose="020F0502020204030203" pitchFamily="34" charset="0"/>
            </a:endParaRPr>
          </a:p>
          <a:p>
            <a:endParaRPr lang="en-US" sz="2800">
              <a:latin typeface="Lato" panose="020F0502020204030203" pitchFamily="34" charset="0"/>
              <a:cs typeface="Lato" panose="020F0502020204030203"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10" grpId="0"/>
      <p:bldP spid="10" grpId="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6. Các giải pháp đóng góp</a:t>
            </a:r>
            <a:endParaRPr lang="en-US"/>
          </a:p>
        </p:txBody>
      </p:sp>
      <p:sp>
        <p:nvSpPr>
          <p:cNvPr id="4" name="Slide Number Placeholder 3"/>
          <p:cNvSpPr>
            <a:spLocks noGrp="1"/>
          </p:cNvSpPr>
          <p:nvPr>
            <p:ph type="sldNum" sz="quarter" idx="12"/>
          </p:nvPr>
        </p:nvSpPr>
        <p:spPr/>
        <p:txBody>
          <a:bodyPr/>
          <a:p>
            <a:fld id="{9EA0BE3B-158A-4EDF-80DC-E394A0D1600F}" type="slidenum">
              <a:rPr lang="en-US" smtClean="0"/>
            </a:fld>
            <a:endParaRPr lang="en-US" dirty="0"/>
          </a:p>
        </p:txBody>
      </p:sp>
      <p:sp>
        <p:nvSpPr>
          <p:cNvPr id="7" name="Text Placeholder 6"/>
          <p:cNvSpPr/>
          <p:nvPr>
            <p:ph type="body" sz="quarter" idx="13"/>
          </p:nvPr>
        </p:nvSpPr>
        <p:spPr>
          <a:xfrm>
            <a:off x="147955" y="1350645"/>
            <a:ext cx="11751945" cy="3985260"/>
          </a:xfrm>
        </p:spPr>
        <p:txBody>
          <a:bodyPr/>
          <a:p>
            <a:r>
              <a:rPr lang="en-US"/>
              <a:t>Vấn đề: </a:t>
            </a:r>
            <a:br>
              <a:rPr lang="en-US"/>
            </a:br>
            <a:r>
              <a:rPr lang="en-US"/>
              <a:t>	1. </a:t>
            </a:r>
            <a:r>
              <a:rPr lang="en-US" altLang="en-US"/>
              <a:t>Nhu cầu thanh toán </a:t>
            </a:r>
            <a:r>
              <a:rPr lang="en-US" altLang="en-US" b="1"/>
              <a:t>nhanh chóng, tiện lợi và an toàn</a:t>
            </a:r>
            <a:r>
              <a:rPr lang="en-US" altLang="en-US"/>
              <a:t> là yêu cầu bắt 	buộc của ng</a:t>
            </a:r>
            <a:r>
              <a:rPr lang="en-US" altLang="en-US"/>
              <a:t>ư</a:t>
            </a:r>
            <a:r>
              <a:rPr lang="en-US" altLang="en-US"/>
              <a:t>ời dùng trong th</a:t>
            </a:r>
            <a:r>
              <a:rPr lang="en-US" altLang="en-US"/>
              <a:t>ư</a:t>
            </a:r>
            <a:r>
              <a:rPr lang="en-US" altLang="en-US"/>
              <a:t>ơng mại </a:t>
            </a:r>
            <a:r>
              <a:rPr lang="en-US" altLang="en-US"/>
              <a:t>đ</a:t>
            </a:r>
            <a:r>
              <a:rPr lang="en-US" altLang="en-US"/>
              <a:t>iện tử hiện </a:t>
            </a:r>
            <a:r>
              <a:rPr lang="en-US" altLang="en-US"/>
              <a:t>đ</a:t>
            </a:r>
            <a:r>
              <a:rPr lang="en-US" altLang="en-US"/>
              <a:t>ại.</a:t>
            </a:r>
            <a:br>
              <a:rPr lang="en-US"/>
            </a:br>
            <a:r>
              <a:rPr lang="en-US"/>
              <a:t>	2. </a:t>
            </a:r>
            <a:r>
              <a:rPr lang="en-US" altLang="en-US"/>
              <a:t>Các </a:t>
            </a:r>
            <a:r>
              <a:rPr lang="en-US" altLang="en-US" b="1"/>
              <a:t>ph</a:t>
            </a:r>
            <a:r>
              <a:rPr lang="en-US" altLang="en-US" b="1"/>
              <a:t>ư</a:t>
            </a:r>
            <a:r>
              <a:rPr lang="en-US" altLang="en-US" b="1"/>
              <a:t>ơng thức thanh toán thủ công </a:t>
            </a:r>
            <a:r>
              <a:rPr lang="en-US" altLang="en-US"/>
              <a:t>(chuyển khoản, tiền mặt) tiềm 	ẩn </a:t>
            </a:r>
            <a:r>
              <a:rPr lang="en-US" altLang="en-US" b="1"/>
              <a:t>nhiều rủi ro</a:t>
            </a:r>
            <a:r>
              <a:rPr lang="en-US" altLang="en-US"/>
              <a:t> về sai sót và </a:t>
            </a:r>
            <a:r>
              <a:rPr lang="en-US" altLang="en-US" b="1"/>
              <a:t>gây khó kh</a:t>
            </a:r>
            <a:r>
              <a:rPr lang="en-US" altLang="en-US" b="1"/>
              <a:t>ă</a:t>
            </a:r>
            <a:r>
              <a:rPr lang="en-US" altLang="en-US" b="1"/>
              <a:t>n trong quản l</a:t>
            </a:r>
            <a:r>
              <a:rPr lang="en-US" altLang="en-US" b="1"/>
              <a:t>ý</a:t>
            </a:r>
            <a:r>
              <a:rPr lang="en-US" altLang="en-US"/>
              <a:t>, </a:t>
            </a:r>
            <a:r>
              <a:rPr lang="en-US" altLang="en-US"/>
              <a:t>đ</a:t>
            </a:r>
            <a:r>
              <a:rPr lang="en-US" altLang="en-US"/>
              <a:t>ối soát.</a:t>
            </a:r>
            <a:endParaRPr lang="en-US" altLang="en-US"/>
          </a:p>
          <a:p>
            <a:r>
              <a:rPr lang="en-US"/>
              <a:t>Giải pháp:</a:t>
            </a:r>
            <a:br>
              <a:rPr lang="en-US"/>
            </a:br>
            <a:r>
              <a:rPr lang="en-US"/>
              <a:t>	</a:t>
            </a:r>
            <a:r>
              <a:rPr lang="en-US"/>
              <a:t>1. </a:t>
            </a:r>
            <a:r>
              <a:rPr lang="en-US" altLang="en-US"/>
              <a:t>Tích hợp cổng thanh toán VnPay uy tín, hỗ trợ </a:t>
            </a:r>
            <a:r>
              <a:rPr lang="en-US" altLang="en-US"/>
              <a:t>đ</a:t>
            </a:r>
            <a:r>
              <a:rPr lang="en-US" altLang="en-US"/>
              <a:t>a dạng ph</a:t>
            </a:r>
            <a:r>
              <a:rPr lang="en-US" altLang="en-US"/>
              <a:t>ư</a:t>
            </a:r>
            <a:r>
              <a:rPr lang="en-US" altLang="en-US"/>
              <a:t>ơng thức 	nh</a:t>
            </a:r>
            <a:r>
              <a:rPr lang="en-US" altLang="en-US"/>
              <a:t>ư</a:t>
            </a:r>
            <a:r>
              <a:rPr lang="en-US" altLang="en-US"/>
              <a:t> thẻ ngân hàng, mã VNPAY-QR.</a:t>
            </a:r>
            <a:br>
              <a:rPr lang="en-US"/>
            </a:br>
            <a:r>
              <a:rPr lang="en-US"/>
              <a:t>	</a:t>
            </a:r>
            <a:r>
              <a:rPr lang="en-US"/>
              <a:t>2. </a:t>
            </a:r>
            <a:r>
              <a:rPr lang="en-US" altLang="en-US"/>
              <a:t>Xây dựng luồng thanh toán an toàn, sử dụng HashSecret Key </a:t>
            </a:r>
            <a:r>
              <a:rPr lang="en-US" altLang="en-US"/>
              <a:t>đ</a:t>
            </a:r>
            <a:r>
              <a:rPr lang="en-US" altLang="en-US"/>
              <a:t>ể tạo 	chữ k</a:t>
            </a:r>
            <a:r>
              <a:rPr lang="en-US" altLang="en-US"/>
              <a:t>ý</a:t>
            </a:r>
            <a:r>
              <a:rPr lang="en-US" altLang="en-US"/>
              <a:t> số cho mỗi giao dịch giúp chống giả mạo dữ liệu.</a:t>
            </a:r>
            <a:endParaRPr lang="en-US" altLang="en-US"/>
          </a:p>
          <a:p>
            <a:pPr marL="0" indent="0">
              <a:buNone/>
            </a:pPr>
            <a:endParaRPr lang="en-US" altLang="en-US"/>
          </a:p>
        </p:txBody>
      </p:sp>
      <p:sp>
        <p:nvSpPr>
          <p:cNvPr id="8" name="Text Box 7"/>
          <p:cNvSpPr txBox="1"/>
          <p:nvPr/>
        </p:nvSpPr>
        <p:spPr>
          <a:xfrm>
            <a:off x="338455" y="828675"/>
            <a:ext cx="10445750" cy="521970"/>
          </a:xfrm>
          <a:prstGeom prst="rect">
            <a:avLst/>
          </a:prstGeom>
          <a:noFill/>
        </p:spPr>
        <p:txBody>
          <a:bodyPr wrap="square" rtlCol="0" anchor="t">
            <a:spAutoFit/>
          </a:bodyPr>
          <a:p>
            <a:r>
              <a:rPr lang="en-US" sz="2800" b="1">
                <a:sym typeface="+mn-ea"/>
              </a:rPr>
              <a:t>6.2 Tích hợp thanh toán trực tuyến qua VnPay</a:t>
            </a:r>
            <a:endParaRPr lang="en-US" sz="2800" b="1">
              <a:sym typeface="+mn-ea"/>
            </a:endParaRPr>
          </a:p>
        </p:txBody>
      </p:sp>
      <p:sp>
        <p:nvSpPr>
          <p:cNvPr id="10" name="Text Box 9"/>
          <p:cNvSpPr txBox="1"/>
          <p:nvPr/>
        </p:nvSpPr>
        <p:spPr>
          <a:xfrm>
            <a:off x="269875" y="5282565"/>
            <a:ext cx="11386820" cy="980440"/>
          </a:xfrm>
          <a:prstGeom prst="rect">
            <a:avLst/>
          </a:prstGeom>
          <a:noFill/>
        </p:spPr>
        <p:txBody>
          <a:bodyPr wrap="square" rtlCol="0">
            <a:noAutofit/>
          </a:bodyPr>
          <a:p>
            <a:r>
              <a:rPr lang="en-US" altLang="en-US" sz="2800">
                <a:latin typeface="Lato" panose="020F0502020204030203" pitchFamily="34" charset="0"/>
                <a:cs typeface="Lato" panose="020F0502020204030203" pitchFamily="34" charset="0"/>
                <a:sym typeface="+mn-ea"/>
              </a:rPr>
              <a:t>=&gt; Kết quả: Nền tảng minh bạch, tăng trải nghiệm lựa chọn cho khách hàng và tối ưu chi phí vận hành cho các doanh nghiệp.</a:t>
            </a:r>
            <a:endParaRPr lang="en-US" altLang="en-US" sz="2800">
              <a:latin typeface="Lato" panose="020F0502020204030203" pitchFamily="34" charset="0"/>
              <a:cs typeface="Lato" panose="020F0502020204030203" pitchFamily="34" charset="0"/>
            </a:endParaRPr>
          </a:p>
          <a:p>
            <a:endParaRPr lang="en-US" sz="2800">
              <a:latin typeface="Lato" panose="020F0502020204030203" pitchFamily="34" charset="0"/>
              <a:cs typeface="Lato" panose="020F0502020204030203"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7" grpId="1" build="p"/>
      <p:bldP spid="10" grpId="0"/>
      <p:bldP spid="10" grpId="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6. Các giải pháp đóng góp</a:t>
            </a:r>
            <a:endParaRPr lang="en-US"/>
          </a:p>
        </p:txBody>
      </p:sp>
      <p:sp>
        <p:nvSpPr>
          <p:cNvPr id="4" name="Slide Number Placeholder 3"/>
          <p:cNvSpPr>
            <a:spLocks noGrp="1"/>
          </p:cNvSpPr>
          <p:nvPr>
            <p:ph type="sldNum" sz="quarter" idx="12"/>
          </p:nvPr>
        </p:nvSpPr>
        <p:spPr/>
        <p:txBody>
          <a:bodyPr/>
          <a:p>
            <a:fld id="{9EA0BE3B-158A-4EDF-80DC-E394A0D1600F}" type="slidenum">
              <a:rPr lang="en-US" smtClean="0"/>
            </a:fld>
            <a:endParaRPr lang="en-US" dirty="0"/>
          </a:p>
        </p:txBody>
      </p:sp>
      <p:sp>
        <p:nvSpPr>
          <p:cNvPr id="7" name="Text Placeholder 6"/>
          <p:cNvSpPr/>
          <p:nvPr>
            <p:ph type="body" sz="quarter" idx="13"/>
          </p:nvPr>
        </p:nvSpPr>
        <p:spPr>
          <a:xfrm>
            <a:off x="147955" y="1350645"/>
            <a:ext cx="11751945" cy="3985260"/>
          </a:xfrm>
        </p:spPr>
        <p:txBody>
          <a:bodyPr/>
          <a:p>
            <a:r>
              <a:rPr lang="en-US"/>
              <a:t>Vấn đề: </a:t>
            </a:r>
            <a:br>
              <a:rPr lang="en-US"/>
            </a:br>
            <a:r>
              <a:rPr lang="en-US"/>
              <a:t>	1. </a:t>
            </a:r>
            <a:r>
              <a:rPr lang="en-US" altLang="en-US"/>
              <a:t>Ph</a:t>
            </a:r>
            <a:r>
              <a:rPr lang="en-US" altLang="en-US"/>
              <a:t>ư</a:t>
            </a:r>
            <a:r>
              <a:rPr lang="en-US" altLang="en-US"/>
              <a:t>ơng pháp xác thực bằng </a:t>
            </a:r>
            <a:r>
              <a:rPr lang="en-US" altLang="en-US" b="1"/>
              <a:t>Session-Cookie (stateful)</a:t>
            </a:r>
            <a:r>
              <a:rPr lang="en-US" altLang="en-US"/>
              <a:t> không phù hợp 	với kiến trúc </a:t>
            </a:r>
            <a:r>
              <a:rPr lang="en-US" altLang="en-US" b="1"/>
              <a:t>Frontend và Backend tách biệt.</a:t>
            </a:r>
            <a:br>
              <a:rPr lang="en-US"/>
            </a:br>
            <a:r>
              <a:rPr lang="en-US"/>
              <a:t>	2. </a:t>
            </a:r>
            <a:r>
              <a:rPr lang="en-US" altLang="en-US"/>
              <a:t>Việc l</a:t>
            </a:r>
            <a:r>
              <a:rPr lang="en-US" altLang="en-US"/>
              <a:t>ư</a:t>
            </a:r>
            <a:r>
              <a:rPr lang="en-US" altLang="en-US"/>
              <a:t>u trữ phiên trên server gây khó kh</a:t>
            </a:r>
            <a:r>
              <a:rPr lang="en-US" altLang="en-US"/>
              <a:t>ă</a:t>
            </a:r>
            <a:r>
              <a:rPr lang="en-US" altLang="en-US"/>
              <a:t>n cho việc c</a:t>
            </a:r>
            <a:r>
              <a:rPr lang="en-US" altLang="en-US" b="1"/>
              <a:t>ân bằng tải (load 	balancing)</a:t>
            </a:r>
            <a:r>
              <a:rPr lang="en-US" altLang="en-US"/>
              <a:t> và </a:t>
            </a:r>
            <a:r>
              <a:rPr lang="en-US" altLang="en-US" b="1"/>
              <a:t>mở rộng hệ thống</a:t>
            </a:r>
            <a:r>
              <a:rPr lang="en-US" altLang="en-US"/>
              <a:t> sau này.</a:t>
            </a:r>
            <a:endParaRPr lang="en-US" altLang="en-US"/>
          </a:p>
          <a:p>
            <a:r>
              <a:rPr lang="en-US"/>
              <a:t>Giải pháp:</a:t>
            </a:r>
            <a:br>
              <a:rPr lang="en-US"/>
            </a:br>
            <a:r>
              <a:rPr lang="en-US"/>
              <a:t>	1. </a:t>
            </a:r>
            <a:r>
              <a:rPr lang="en-US" altLang="en-US"/>
              <a:t>Á</a:t>
            </a:r>
            <a:r>
              <a:rPr lang="en-US" altLang="en-US"/>
              <a:t>p dụng </a:t>
            </a:r>
            <a:r>
              <a:rPr lang="en-US" altLang="en-US" b="1"/>
              <a:t>JSON Web Token (JWT)</a:t>
            </a:r>
            <a:r>
              <a:rPr lang="en-US" altLang="en-US"/>
              <a:t>, một cơ chế xác thực </a:t>
            </a:r>
            <a:r>
              <a:rPr lang="en-US" altLang="en-US" b="1"/>
              <a:t>phi trạng thái 	(stateless)</a:t>
            </a:r>
            <a:r>
              <a:rPr lang="en-US" altLang="en-US"/>
              <a:t>, giúp server không cần l</a:t>
            </a:r>
            <a:r>
              <a:rPr lang="en-US" altLang="en-US"/>
              <a:t>ư</a:t>
            </a:r>
            <a:r>
              <a:rPr lang="en-US" altLang="en-US"/>
              <a:t>u trữ thông tin phiên.</a:t>
            </a:r>
            <a:br>
              <a:rPr lang="en-US"/>
            </a:br>
            <a:r>
              <a:rPr lang="en-US"/>
              <a:t>	2. </a:t>
            </a:r>
            <a:r>
              <a:rPr lang="en-US" altLang="en-US"/>
              <a:t>Triển khai cơ chế </a:t>
            </a:r>
            <a:r>
              <a:rPr lang="en-US" altLang="en-US" b="1"/>
              <a:t>thu hồi token</a:t>
            </a:r>
            <a:r>
              <a:rPr lang="en-US" altLang="en-US"/>
              <a:t> khi ng</a:t>
            </a:r>
            <a:r>
              <a:rPr lang="en-US" altLang="en-US"/>
              <a:t>ư</a:t>
            </a:r>
            <a:r>
              <a:rPr lang="en-US" altLang="en-US"/>
              <a:t>ời dùng </a:t>
            </a:r>
            <a:r>
              <a:rPr lang="en-US" altLang="en-US"/>
              <a:t>đă</a:t>
            </a:r>
            <a:r>
              <a:rPr lang="en-US" altLang="en-US"/>
              <a:t>ng xuất bằng cách 	l</a:t>
            </a:r>
            <a:r>
              <a:rPr lang="en-US" altLang="en-US"/>
              <a:t>ư</a:t>
            </a:r>
            <a:r>
              <a:rPr lang="en-US" altLang="en-US"/>
              <a:t>u token vào "danh sách </a:t>
            </a:r>
            <a:r>
              <a:rPr lang="en-US" altLang="en-US"/>
              <a:t>đ</a:t>
            </a:r>
            <a:r>
              <a:rPr lang="en-US" altLang="en-US"/>
              <a:t>en" (InvalidatedToken) </a:t>
            </a:r>
            <a:r>
              <a:rPr lang="en-US" altLang="en-US"/>
              <a:t>đ</a:t>
            </a:r>
            <a:r>
              <a:rPr lang="en-US" altLang="en-US"/>
              <a:t>ể t</a:t>
            </a:r>
            <a:r>
              <a:rPr lang="en-US" altLang="en-US"/>
              <a:t>ă</a:t>
            </a:r>
            <a:r>
              <a:rPr lang="en-US" altLang="en-US"/>
              <a:t>ng c</a:t>
            </a:r>
            <a:r>
              <a:rPr lang="en-US" altLang="en-US"/>
              <a:t>ư</a:t>
            </a:r>
            <a:r>
              <a:rPr lang="en-US" altLang="en-US"/>
              <a:t>ờng bảo mật.</a:t>
            </a:r>
            <a:endParaRPr lang="en-US" altLang="en-US"/>
          </a:p>
          <a:p>
            <a:pPr marL="0" indent="0">
              <a:buNone/>
            </a:pPr>
            <a:endParaRPr lang="en-US" altLang="en-US"/>
          </a:p>
        </p:txBody>
      </p:sp>
      <p:sp>
        <p:nvSpPr>
          <p:cNvPr id="8" name="Text Box 7"/>
          <p:cNvSpPr txBox="1"/>
          <p:nvPr/>
        </p:nvSpPr>
        <p:spPr>
          <a:xfrm>
            <a:off x="338455" y="828675"/>
            <a:ext cx="6308090" cy="607060"/>
          </a:xfrm>
          <a:prstGeom prst="rect">
            <a:avLst/>
          </a:prstGeom>
          <a:noFill/>
        </p:spPr>
        <p:txBody>
          <a:bodyPr wrap="square" rtlCol="0" anchor="t">
            <a:noAutofit/>
          </a:bodyPr>
          <a:p>
            <a:r>
              <a:rPr lang="en-US" altLang="en-US" sz="2800" b="1">
                <a:latin typeface="Lato" panose="020F0502020204030203" pitchFamily="34" charset="0"/>
                <a:cs typeface="Lato" panose="020F0502020204030203" pitchFamily="34" charset="0"/>
                <a:sym typeface="+mn-ea"/>
              </a:rPr>
              <a:t>6.3 Xây dựng Module Xác thực bằng JWT</a:t>
            </a:r>
            <a:endParaRPr lang="en-US" altLang="en-US" sz="2800" b="1">
              <a:latin typeface="Lato" panose="020F0502020204030203" pitchFamily="34" charset="0"/>
              <a:cs typeface="Lato" panose="020F0502020204030203" pitchFamily="34" charset="0"/>
              <a:sym typeface="+mn-ea"/>
            </a:endParaRPr>
          </a:p>
        </p:txBody>
      </p:sp>
      <p:sp>
        <p:nvSpPr>
          <p:cNvPr id="10" name="Text Box 9"/>
          <p:cNvSpPr txBox="1"/>
          <p:nvPr/>
        </p:nvSpPr>
        <p:spPr>
          <a:xfrm>
            <a:off x="269875" y="5282565"/>
            <a:ext cx="11386820" cy="980440"/>
          </a:xfrm>
          <a:prstGeom prst="rect">
            <a:avLst/>
          </a:prstGeom>
          <a:noFill/>
        </p:spPr>
        <p:txBody>
          <a:bodyPr wrap="square" rtlCol="0">
            <a:noAutofit/>
          </a:bodyPr>
          <a:p>
            <a:r>
              <a:rPr lang="en-US" altLang="en-US" sz="2800">
                <a:latin typeface="Lato" panose="020F0502020204030203" pitchFamily="34" charset="0"/>
                <a:cs typeface="Lato" panose="020F0502020204030203" pitchFamily="34" charset="0"/>
                <a:sym typeface="+mn-ea"/>
              </a:rPr>
              <a:t>=&gt; Kết quả: </a:t>
            </a:r>
            <a:r>
              <a:rPr lang="en-US" altLang="en-US" sz="2800">
                <a:latin typeface="Lato" panose="020F0502020204030203" pitchFamily="34" charset="0"/>
                <a:cs typeface="Lato" panose="020F0502020204030203" pitchFamily="34" charset="0"/>
              </a:rPr>
              <a:t>Hệ thống bảo mật, linh hoạt, có khả n</a:t>
            </a:r>
            <a:r>
              <a:rPr lang="en-US" altLang="en-US" sz="2800">
                <a:latin typeface="Lato" panose="020F0502020204030203" pitchFamily="34" charset="0"/>
                <a:cs typeface="Lato" panose="020F0502020204030203" pitchFamily="34" charset="0"/>
              </a:rPr>
              <a:t>ă</a:t>
            </a:r>
            <a:r>
              <a:rPr lang="en-US" altLang="en-US" sz="2800">
                <a:latin typeface="Lato" panose="020F0502020204030203" pitchFamily="34" charset="0"/>
                <a:cs typeface="Lato" panose="020F0502020204030203" pitchFamily="34" charset="0"/>
              </a:rPr>
              <a:t>ng mở rộng cao và mang lại trải nghiệm ng</a:t>
            </a:r>
            <a:r>
              <a:rPr lang="en-US" altLang="en-US" sz="2800">
                <a:latin typeface="Lato" panose="020F0502020204030203" pitchFamily="34" charset="0"/>
                <a:cs typeface="Lato" panose="020F0502020204030203" pitchFamily="34" charset="0"/>
              </a:rPr>
              <a:t>ư</a:t>
            </a:r>
            <a:r>
              <a:rPr lang="en-US" altLang="en-US" sz="2800">
                <a:latin typeface="Lato" panose="020F0502020204030203" pitchFamily="34" charset="0"/>
                <a:cs typeface="Lato" panose="020F0502020204030203" pitchFamily="34" charset="0"/>
              </a:rPr>
              <a:t>ời dùng liền mạch, không gián </a:t>
            </a:r>
            <a:r>
              <a:rPr lang="en-US" altLang="en-US" sz="2800">
                <a:latin typeface="Lato" panose="020F0502020204030203" pitchFamily="34" charset="0"/>
                <a:cs typeface="Lato" panose="020F0502020204030203" pitchFamily="34" charset="0"/>
              </a:rPr>
              <a:t>đ</a:t>
            </a:r>
            <a:r>
              <a:rPr lang="en-US" altLang="en-US" sz="2800">
                <a:latin typeface="Lato" panose="020F0502020204030203" pitchFamily="34" charset="0"/>
                <a:cs typeface="Lato" panose="020F0502020204030203" pitchFamily="34" charset="0"/>
              </a:rPr>
              <a:t>oạn.</a:t>
            </a:r>
            <a:endParaRPr lang="en-US" altLang="en-US" sz="2800">
              <a:latin typeface="Lato" panose="020F0502020204030203" pitchFamily="34" charset="0"/>
              <a:cs typeface="Lato" panose="020F0502020204030203" pitchFamily="34" charset="0"/>
            </a:endParaRPr>
          </a:p>
          <a:p>
            <a:endParaRPr lang="en-US" sz="2800">
              <a:latin typeface="Lato" panose="020F0502020204030203" pitchFamily="34" charset="0"/>
              <a:cs typeface="Lato" panose="020F0502020204030203"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7" grpId="1" build="p"/>
      <p:bldP spid="10" grpId="0"/>
      <p:bldP spid="10"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7. Kết luận và hướng phát triển</a:t>
            </a:r>
            <a:endParaRPr lang="en-US"/>
          </a:p>
        </p:txBody>
      </p:sp>
      <p:sp>
        <p:nvSpPr>
          <p:cNvPr id="4" name="Slide Number Placeholder 3"/>
          <p:cNvSpPr>
            <a:spLocks noGrp="1"/>
          </p:cNvSpPr>
          <p:nvPr>
            <p:ph type="sldNum" sz="quarter" idx="12"/>
          </p:nvPr>
        </p:nvSpPr>
        <p:spPr/>
        <p:txBody>
          <a:bodyPr/>
          <a:p>
            <a:fld id="{9EA0BE3B-158A-4EDF-80DC-E394A0D1600F}" type="slidenum">
              <a:rPr lang="en-US" smtClean="0"/>
            </a:fld>
            <a:endParaRPr lang="en-US" dirty="0"/>
          </a:p>
        </p:txBody>
      </p:sp>
      <p:sp>
        <p:nvSpPr>
          <p:cNvPr id="7" name="Text Placeholder 6"/>
          <p:cNvSpPr/>
          <p:nvPr>
            <p:ph type="body" sz="quarter" idx="13"/>
          </p:nvPr>
        </p:nvSpPr>
        <p:spPr>
          <a:xfrm>
            <a:off x="147955" y="1411605"/>
            <a:ext cx="11751945" cy="4838065"/>
          </a:xfrm>
        </p:spPr>
        <p:txBody>
          <a:bodyPr/>
          <a:p>
            <a:r>
              <a:rPr lang="en-US"/>
              <a:t>Kết quả đại được:</a:t>
            </a:r>
            <a:br>
              <a:rPr lang="en-US"/>
            </a:br>
            <a:r>
              <a:rPr lang="en-US"/>
              <a:t>	1. Xây dựng thành công hệ thống marketplace du lịch với các chức năng 	cốt lõi như quản lý và đặt các chuyến du lịch, thanh toán và đánh giá.</a:t>
            </a:r>
            <a:br>
              <a:rPr lang="en-US"/>
            </a:br>
            <a:r>
              <a:rPr lang="en-US"/>
              <a:t>	2. </a:t>
            </a:r>
            <a:r>
              <a:rPr lang="en-US" altLang="en-US"/>
              <a:t>Á</a:t>
            </a:r>
            <a:r>
              <a:rPr lang="en-US" altLang="en-US"/>
              <a:t>p dụng các công nghệ hiện </a:t>
            </a:r>
            <a:r>
              <a:rPr lang="en-US" altLang="en-US"/>
              <a:t>đ</a:t>
            </a:r>
            <a:r>
              <a:rPr lang="en-US" altLang="en-US"/>
              <a:t>ại và phổ biến: Spring Boot (Backend), 	ReactJS (Frontend), JWT (Bảo mật) và Cloudinary (L</a:t>
            </a:r>
            <a:r>
              <a:rPr lang="en-US" altLang="en-US"/>
              <a:t>ư</a:t>
            </a:r>
            <a:r>
              <a:rPr lang="en-US" altLang="en-US"/>
              <a:t>u trữ media).</a:t>
            </a:r>
            <a:endParaRPr lang="en-US" altLang="en-US"/>
          </a:p>
          <a:p>
            <a:r>
              <a:rPr lang="en-US" altLang="en-US"/>
              <a:t>Hạn chế: </a:t>
            </a:r>
            <a:br>
              <a:rPr lang="en-US" altLang="en-US"/>
            </a:br>
            <a:r>
              <a:rPr lang="en-US" altLang="en-US"/>
              <a:t>	1. Trải nghiệm trên các thiết bị di </a:t>
            </a:r>
            <a:r>
              <a:rPr lang="en-US" altLang="en-US"/>
              <a:t>đ</a:t>
            </a:r>
            <a:r>
              <a:rPr lang="en-US" altLang="en-US"/>
              <a:t>ộng vẫn ch</a:t>
            </a:r>
            <a:r>
              <a:rPr lang="en-US" altLang="en-US"/>
              <a:t>ư</a:t>
            </a:r>
            <a:r>
              <a:rPr lang="en-US" altLang="en-US"/>
              <a:t>a </a:t>
            </a:r>
            <a:r>
              <a:rPr lang="en-US" altLang="en-US"/>
              <a:t>đư</a:t>
            </a:r>
            <a:r>
              <a:rPr lang="en-US" altLang="en-US"/>
              <a:t>ợc hoàn thiện một 	cách tốt nhất.</a:t>
            </a:r>
            <a:br>
              <a:rPr lang="en-US" altLang="en-US"/>
            </a:br>
            <a:r>
              <a:rPr lang="en-US" altLang="en-US"/>
              <a:t>	2. Chức năng tìm kiếm và lọc chưa hỗ trợ bộ lọc nâng cao (ví dụ: lọc theo nhiều khoảng giá, theo loại hình tour, theo </a:t>
            </a:r>
            <a:r>
              <a:rPr lang="en-US" altLang="en-US"/>
              <a:t>đ</a:t>
            </a:r>
            <a:r>
              <a:rPr lang="en-US" altLang="en-US"/>
              <a:t>ánh giá) hoặc kết hợp nhiều </a:t>
            </a:r>
            <a:r>
              <a:rPr lang="en-US" altLang="en-US"/>
              <a:t>đ</a:t>
            </a:r>
            <a:r>
              <a:rPr lang="en-US" altLang="en-US"/>
              <a:t>iều kiện phức tạp.</a:t>
            </a:r>
            <a:endParaRPr lang="en-US" altLang="en-US"/>
          </a:p>
        </p:txBody>
      </p:sp>
      <p:sp>
        <p:nvSpPr>
          <p:cNvPr id="8" name="Text Box 7"/>
          <p:cNvSpPr txBox="1"/>
          <p:nvPr/>
        </p:nvSpPr>
        <p:spPr>
          <a:xfrm>
            <a:off x="338455" y="804545"/>
            <a:ext cx="2475865" cy="607060"/>
          </a:xfrm>
          <a:prstGeom prst="rect">
            <a:avLst/>
          </a:prstGeom>
          <a:noFill/>
        </p:spPr>
        <p:txBody>
          <a:bodyPr wrap="square" rtlCol="0" anchor="t">
            <a:noAutofit/>
          </a:bodyPr>
          <a:p>
            <a:r>
              <a:rPr lang="en-US" altLang="en-US" sz="2800" b="1">
                <a:latin typeface="Lato" panose="020F0502020204030203" pitchFamily="34" charset="0"/>
                <a:cs typeface="Lato" panose="020F0502020204030203" pitchFamily="34" charset="0"/>
                <a:sym typeface="+mn-ea"/>
              </a:rPr>
              <a:t>7.1. Tổng kết</a:t>
            </a:r>
            <a:endParaRPr lang="en-US" altLang="en-US" sz="2800" b="1">
              <a:latin typeface="Lato" panose="020F0502020204030203" pitchFamily="34" charset="0"/>
              <a:cs typeface="Lato" panose="020F0502020204030203" pitchFamily="34" charset="0"/>
              <a:sym typeface="+mn-ea"/>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7" grpI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7. Kết luận và hướng phát triển</a:t>
            </a:r>
            <a:endParaRPr lang="en-US"/>
          </a:p>
        </p:txBody>
      </p:sp>
      <p:sp>
        <p:nvSpPr>
          <p:cNvPr id="4" name="Slide Number Placeholder 3"/>
          <p:cNvSpPr>
            <a:spLocks noGrp="1"/>
          </p:cNvSpPr>
          <p:nvPr>
            <p:ph type="sldNum" sz="quarter" idx="12"/>
          </p:nvPr>
        </p:nvSpPr>
        <p:spPr/>
        <p:txBody>
          <a:bodyPr/>
          <a:p>
            <a:fld id="{9EA0BE3B-158A-4EDF-80DC-E394A0D1600F}" type="slidenum">
              <a:rPr lang="en-US" smtClean="0"/>
            </a:fld>
            <a:endParaRPr lang="en-US" dirty="0"/>
          </a:p>
        </p:txBody>
      </p:sp>
      <p:sp>
        <p:nvSpPr>
          <p:cNvPr id="7" name="Text Placeholder 6"/>
          <p:cNvSpPr/>
          <p:nvPr>
            <p:ph type="body" sz="quarter" idx="13"/>
          </p:nvPr>
        </p:nvSpPr>
        <p:spPr>
          <a:xfrm>
            <a:off x="147955" y="1350645"/>
            <a:ext cx="11073765" cy="3985260"/>
          </a:xfrm>
        </p:spPr>
        <p:txBody>
          <a:bodyPr/>
          <a:p>
            <a:r>
              <a:rPr lang="en-US" altLang="en-US"/>
              <a:t>Mở rộng nội dung: Kết nối với các API bên thứ ba ( Google Maps, API thời tiết)</a:t>
            </a:r>
            <a:endParaRPr lang="en-US" altLang="en-US"/>
          </a:p>
          <a:p>
            <a:r>
              <a:rPr lang="en-US" altLang="en-US"/>
              <a:t>Hỗ trợ đa ngôn ngữ</a:t>
            </a:r>
            <a:endParaRPr lang="en-US" altLang="en-US"/>
          </a:p>
          <a:p>
            <a:r>
              <a:rPr lang="en-US" altLang="en-US"/>
              <a:t>Hoàn thiện thiết kế đáp ứng để tương thích với thiết bị di động</a:t>
            </a:r>
            <a:endParaRPr lang="en-US" altLang="en-US"/>
          </a:p>
          <a:p>
            <a:r>
              <a:rPr lang="en-US" altLang="en-US"/>
              <a:t>Nâng cao hiệu n</a:t>
            </a:r>
            <a:r>
              <a:rPr lang="en-US" altLang="en-US"/>
              <a:t>ă</a:t>
            </a:r>
            <a:r>
              <a:rPr lang="en-US" altLang="en-US"/>
              <a:t>ng bằng các giải pháp caching và tối </a:t>
            </a:r>
            <a:r>
              <a:rPr lang="en-US" altLang="en-US"/>
              <a:t>ư</a:t>
            </a:r>
            <a:r>
              <a:rPr lang="en-US" altLang="en-US"/>
              <a:t>u hóa truy vấn CSDL</a:t>
            </a:r>
            <a:endParaRPr lang="en-US" altLang="en-US"/>
          </a:p>
          <a:p>
            <a:r>
              <a:rPr lang="en-US" altLang="en-US"/>
              <a:t>Tìm kiếm và lọc nâng cao (theo thể loại, mức giá, </a:t>
            </a:r>
            <a:r>
              <a:rPr lang="en-US" altLang="en-US"/>
              <a:t>đ</a:t>
            </a:r>
            <a:r>
              <a:rPr lang="en-US" altLang="en-US"/>
              <a:t>ánh giá của ng</a:t>
            </a:r>
            <a:r>
              <a:rPr lang="en-US" altLang="en-US"/>
              <a:t>ư</a:t>
            </a:r>
            <a:r>
              <a:rPr lang="en-US" altLang="en-US"/>
              <a:t>ời dùng...) </a:t>
            </a:r>
            <a:r>
              <a:rPr lang="en-US" altLang="en-US"/>
              <a:t>đ</a:t>
            </a:r>
            <a:r>
              <a:rPr lang="en-US" altLang="en-US"/>
              <a:t>ể cho ra kết quả chính xác hơn</a:t>
            </a:r>
            <a:endParaRPr lang="en-US" altLang="en-US"/>
          </a:p>
          <a:p>
            <a:pPr marL="0" indent="0">
              <a:buNone/>
            </a:pPr>
            <a:endParaRPr lang="en-US" altLang="en-US"/>
          </a:p>
        </p:txBody>
      </p:sp>
      <p:sp>
        <p:nvSpPr>
          <p:cNvPr id="8" name="Text Box 7"/>
          <p:cNvSpPr txBox="1"/>
          <p:nvPr/>
        </p:nvSpPr>
        <p:spPr>
          <a:xfrm>
            <a:off x="338455" y="804545"/>
            <a:ext cx="3519170" cy="607060"/>
          </a:xfrm>
          <a:prstGeom prst="rect">
            <a:avLst/>
          </a:prstGeom>
          <a:noFill/>
        </p:spPr>
        <p:txBody>
          <a:bodyPr wrap="square" rtlCol="0" anchor="t">
            <a:noAutofit/>
          </a:bodyPr>
          <a:p>
            <a:r>
              <a:rPr lang="en-US" altLang="en-US" sz="2800" b="1">
                <a:latin typeface="Lato" panose="020F0502020204030203" pitchFamily="34" charset="0"/>
                <a:cs typeface="Lato" panose="020F0502020204030203" pitchFamily="34" charset="0"/>
                <a:sym typeface="+mn-ea"/>
              </a:rPr>
              <a:t>7.1. Hướng phát triển</a:t>
            </a:r>
            <a:endParaRPr lang="en-US" altLang="en-US" sz="2800" b="1">
              <a:latin typeface="Lato" panose="020F0502020204030203" pitchFamily="34" charset="0"/>
              <a:cs typeface="Lato" panose="020F0502020204030203" pitchFamily="34" charset="0"/>
              <a:sym typeface="+mn-ea"/>
            </a:endParaRPr>
          </a:p>
        </p:txBody>
      </p:sp>
      <p:sp>
        <p:nvSpPr>
          <p:cNvPr id="10" name="Text Box 9"/>
          <p:cNvSpPr txBox="1"/>
          <p:nvPr/>
        </p:nvSpPr>
        <p:spPr>
          <a:xfrm>
            <a:off x="269875" y="5114925"/>
            <a:ext cx="11386820" cy="980440"/>
          </a:xfrm>
          <a:prstGeom prst="rect">
            <a:avLst/>
          </a:prstGeom>
          <a:noFill/>
        </p:spPr>
        <p:txBody>
          <a:bodyPr wrap="square" rtlCol="0">
            <a:noAutofit/>
          </a:bodyPr>
          <a:p>
            <a:r>
              <a:rPr lang="en-US" altLang="en-US" sz="2800">
                <a:latin typeface="Lato" panose="020F0502020204030203" pitchFamily="34" charset="0"/>
                <a:cs typeface="Lato" panose="020F0502020204030203" pitchFamily="34" charset="0"/>
                <a:sym typeface="+mn-ea"/>
              </a:rPr>
              <a:t>=&gt; </a:t>
            </a:r>
            <a:r>
              <a:rPr lang="en-US" altLang="en-US" sz="2800">
                <a:latin typeface="Lato" panose="020F0502020204030203" pitchFamily="34" charset="0"/>
                <a:cs typeface="Lato" panose="020F0502020204030203" pitchFamily="34" charset="0"/>
              </a:rPr>
              <a:t> Phát triển hệ thống trở nên toàn diện hơn về tính n</a:t>
            </a:r>
            <a:r>
              <a:rPr lang="en-US" altLang="en-US" sz="2800">
                <a:latin typeface="Lato" panose="020F0502020204030203" pitchFamily="34" charset="0"/>
                <a:cs typeface="Lato" panose="020F0502020204030203" pitchFamily="34" charset="0"/>
              </a:rPr>
              <a:t>ă</a:t>
            </a:r>
            <a:r>
              <a:rPr lang="en-US" altLang="en-US" sz="2800">
                <a:latin typeface="Lato" panose="020F0502020204030203" pitchFamily="34" charset="0"/>
                <a:cs typeface="Lato" panose="020F0502020204030203" pitchFamily="34" charset="0"/>
              </a:rPr>
              <a:t>ng, thông minh hơn trong t</a:t>
            </a:r>
            <a:r>
              <a:rPr lang="en-US" altLang="en-US" sz="2800">
                <a:latin typeface="Lato" panose="020F0502020204030203" pitchFamily="34" charset="0"/>
                <a:cs typeface="Lato" panose="020F0502020204030203" pitchFamily="34" charset="0"/>
              </a:rPr>
              <a:t>ư</a:t>
            </a:r>
            <a:r>
              <a:rPr lang="en-US" altLang="en-US" sz="2800">
                <a:latin typeface="Lato" panose="020F0502020204030203" pitchFamily="34" charset="0"/>
                <a:cs typeface="Lato" panose="020F0502020204030203" pitchFamily="34" charset="0"/>
              </a:rPr>
              <a:t>ơng tác và sẵn sàng tiếp cận thị tr</a:t>
            </a:r>
            <a:r>
              <a:rPr lang="en-US" altLang="en-US" sz="2800">
                <a:latin typeface="Lato" panose="020F0502020204030203" pitchFamily="34" charset="0"/>
                <a:cs typeface="Lato" panose="020F0502020204030203" pitchFamily="34" charset="0"/>
              </a:rPr>
              <a:t>ư</a:t>
            </a:r>
            <a:r>
              <a:rPr lang="en-US" altLang="en-US" sz="2800">
                <a:latin typeface="Lato" panose="020F0502020204030203" pitchFamily="34" charset="0"/>
                <a:cs typeface="Lato" panose="020F0502020204030203" pitchFamily="34" charset="0"/>
              </a:rPr>
              <a:t>ờng quốc tế.</a:t>
            </a:r>
            <a:endParaRPr lang="en-US" altLang="en-US" sz="2800">
              <a:latin typeface="Lato" panose="020F0502020204030203" pitchFamily="34" charset="0"/>
              <a:cs typeface="Lato" panose="020F0502020204030203" pitchFamily="34" charset="0"/>
            </a:endParaRPr>
          </a:p>
          <a:p>
            <a:endParaRPr lang="en-US" sz="2800">
              <a:latin typeface="Lato" panose="020F0502020204030203" pitchFamily="34" charset="0"/>
              <a:cs typeface="Lato" panose="020F0502020204030203"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7" grpId="1" build="p"/>
      <p:bldP spid="10" grpId="0"/>
      <p:bldP spid="10" grpId="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nvSpPr>
        <p:spPr>
          <a:xfrm>
            <a:off x="5605763" y="2869457"/>
            <a:ext cx="5422456" cy="971304"/>
          </a:xfrm>
          <a:prstGeom prst="rect">
            <a:avLst/>
          </a:prstGeom>
        </p:spPr>
        <p:txBody>
          <a:bodyPr/>
          <a:lstStyle>
            <a:lvl1pPr algn="l" defTabSz="914400" rtl="0" eaLnBrk="1" latinLnBrk="0" hangingPunct="1">
              <a:lnSpc>
                <a:spcPct val="90000"/>
              </a:lnSpc>
              <a:spcBef>
                <a:spcPct val="0"/>
              </a:spcBef>
              <a:buNone/>
              <a:defRPr sz="72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6000" dirty="0"/>
              <a:t>THANK YOU !</a:t>
            </a:r>
            <a:endParaRPr lang="en-US" sz="6000" dirty="0"/>
          </a:p>
        </p:txBody>
      </p:sp>
      <p:sp>
        <p:nvSpPr>
          <p:cNvPr id="3" name="Slide Number Placeholder 2"/>
          <p:cNvSpPr>
            <a:spLocks noGrp="1"/>
          </p:cNvSpPr>
          <p:nvPr>
            <p:ph type="sldNum" sz="quarter" idx="12"/>
          </p:nvPr>
        </p:nvSpPr>
        <p:spPr/>
        <p:txBody>
          <a:bodyPr/>
          <a:lstStyle/>
          <a:p>
            <a:fld id="{9EA0BE3B-158A-4EDF-80DC-E394A0D1600F}"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tags/tag1.xml><?xml version="1.0" encoding="utf-8"?>
<p:tagLst xmlns:p="http://schemas.openxmlformats.org/presentationml/2006/main">
  <p:tag name="TABLE_ENDDRAG_ORIGIN_RECT" val="848*318"/>
  <p:tag name="TABLE_ENDDRAG_RECT" val="68*131*848*31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CB19AD86CDF2D4DBF9DAD694EFBC09D" ma:contentTypeVersion="7" ma:contentTypeDescription="Create a new document." ma:contentTypeScope="" ma:versionID="6423fc3df46fff0625ec86a02e55459f">
  <xsd:schema xmlns:xsd="http://www.w3.org/2001/XMLSchema" xmlns:xs="http://www.w3.org/2001/XMLSchema" xmlns:p="http://schemas.microsoft.com/office/2006/metadata/properties" xmlns:ns2="757826ba-dfa3-48aa-98b2-1e988427fee5" xmlns:ns3="e4770848-7955-4ec6-9f06-ace3904740ab" targetNamespace="http://schemas.microsoft.com/office/2006/metadata/properties" ma:root="true" ma:fieldsID="24cf96f43bac35fd0bad3b1a63bec25f" ns2:_="" ns3:_="">
    <xsd:import namespace="757826ba-dfa3-48aa-98b2-1e988427fee5"/>
    <xsd:import namespace="e4770848-7955-4ec6-9f06-ace3904740ab"/>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DateTaken"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57826ba-dfa3-48aa-98b2-1e988427fee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4770848-7955-4ec6-9f06-ace3904740ab"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2.xml><?xml version="1.0" encoding="utf-8"?>
<ds:datastoreItem xmlns:ds="http://schemas.openxmlformats.org/officeDocument/2006/customXml" ds:itemID="{698E78E3-0A98-4D61-9B64-F38933067CC3}">
  <ds:schemaRefs/>
</ds:datastoreItem>
</file>

<file path=customXml/itemProps3.xml><?xml version="1.0" encoding="utf-8"?>
<ds:datastoreItem xmlns:ds="http://schemas.openxmlformats.org/officeDocument/2006/customXml" ds:itemID="{2C34D971-5E4A-4DCB-9925-F7DA6878D485}">
  <ds:schemaRefs/>
</ds:datastoreItem>
</file>

<file path=customXml/itemProps4.xml><?xml version="1.0" encoding="utf-8"?>
<ds:datastoreItem xmlns:ds="http://schemas.openxmlformats.org/officeDocument/2006/customXml" ds:itemID="{EBC316FA-151E-4EDB-9E09-98DAB3D0971A}">
  <ds:schemaRefs/>
</ds:datastoreItem>
</file>

<file path=docProps/app.xml><?xml version="1.0" encoding="utf-8"?>
<Properties xmlns="http://schemas.openxmlformats.org/officeDocument/2006/extended-properties" xmlns:vt="http://schemas.openxmlformats.org/officeDocument/2006/docPropsVTypes">
  <TotalTime>0</TotalTime>
  <Words>7685</Words>
  <Application>WPS Presentation</Application>
  <PresentationFormat>Màn hình rộng</PresentationFormat>
  <Paragraphs>262</Paragraphs>
  <Slides>30</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30</vt:i4>
      </vt:variant>
    </vt:vector>
  </HeadingPairs>
  <TitlesOfParts>
    <vt:vector size="39" baseType="lpstr">
      <vt:lpstr>Arial</vt:lpstr>
      <vt:lpstr>SimSun</vt:lpstr>
      <vt:lpstr>Wingdings</vt:lpstr>
      <vt:lpstr>Lato</vt:lpstr>
      <vt:lpstr>Calibri</vt:lpstr>
      <vt:lpstr>Microsoft YaHei</vt:lpstr>
      <vt:lpstr>Arial Unicode MS</vt:lpstr>
      <vt:lpstr>Office Theme</vt:lpstr>
      <vt:lpstr>1_Office Theme</vt:lpstr>
      <vt:lpstr>PowerPoint 演示文稿</vt:lpstr>
      <vt:lpstr>Chương trình đào tạo  Công Nghệ Thông Tin Việt Pháp (IT-EP)</vt:lpstr>
      <vt:lpstr>PowerPoint 演示文稿</vt:lpstr>
      <vt:lpstr>Nội dung  1. Giới thiệu đề tài   2. Khảo sát và phân tích yêu cầu  3. Công nghệ sử dụng  4. Thiết kế kiến trúc và chi tiết lớp  5. Kết quả đạt được và chức năng chính  6. Các giải pháp đóng góp  7. Kết luận và hướng phát triển</vt:lpstr>
      <vt:lpstr>1. Giới thiệu đề tài</vt:lpstr>
      <vt:lpstr>1. Giới thiệu đề tài</vt:lpstr>
      <vt:lpstr>2. Khảo sát và phân tích yêu cầu</vt:lpstr>
      <vt:lpstr>2. Khảo sát và phân tích yêu cầu</vt:lpstr>
      <vt:lpstr>2. Khảo sát và phân tích yêu cầu</vt:lpstr>
      <vt:lpstr>3. Công nghệ sử dụng</vt:lpstr>
      <vt:lpstr>4. Thiết kế kiến trúc và chi tiết lớp</vt:lpstr>
      <vt:lpstr>4. Thiết kế kiến trúc và chi tiết lớp</vt:lpstr>
      <vt:lpstr>2. Khảo sát và phân tích yêu cầu</vt:lpstr>
      <vt:lpstr>2. Khảo sát và phân tích yêu cầu</vt:lpstr>
      <vt:lpstr>2. Khảo sát và phân tích yêu cầu</vt:lpstr>
      <vt:lpstr>2. Khảo sát và phân tích yêu cầu</vt:lpstr>
      <vt:lpstr>5. Kết quả đạt được và chức năng chính</vt:lpstr>
      <vt:lpstr>5. Kết quả đạt được và chức năng chính</vt:lpstr>
      <vt:lpstr>5. Kết quả đạt được và chức năng chính</vt:lpstr>
      <vt:lpstr>5. Kết quả đạt được và chức năng chính</vt:lpstr>
      <vt:lpstr>5. Kết quả đạt được và chức năng chính</vt:lpstr>
      <vt:lpstr>5. Kết quả đạt được và chức năng chính</vt:lpstr>
      <vt:lpstr>5. Kết quả đạt được và chức năng chính</vt:lpstr>
      <vt:lpstr>5. Kết quả đạt được và chức năng chính</vt:lpstr>
      <vt:lpstr>6. Các giải pháp đóng góp</vt:lpstr>
      <vt:lpstr>6. Các giải pháp đóng góp</vt:lpstr>
      <vt:lpstr>6. Các giải pháp đóng góp</vt:lpstr>
      <vt:lpstr>7. Kết luận và hướng phát triển</vt:lpstr>
      <vt:lpstr>7. Kết luận và hướng phát triển</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XuyenViet Tour</cp:lastModifiedBy>
  <cp:revision>12</cp:revision>
  <dcterms:created xsi:type="dcterms:W3CDTF">2021-05-28T04:32:00Z</dcterms:created>
  <dcterms:modified xsi:type="dcterms:W3CDTF">2025-06-26T08:43:07Z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0x010100ECB19AD86CDF2D4DBF9DAD694EFBC09D</vt:lpwstr>
  </property>
  <property fmtid="{D5CDD505-2E9C-101B-9397-08002B2CF9AE}" pid="3" name="ICV">
    <vt:lpwstr>4E78D0BDCC6847A2A0A088D51492F198_12</vt:lpwstr>
  </property>
  <property fmtid="{D5CDD505-2E9C-101B-9397-08002B2CF9AE}" pid="4" name="KSOProductBuildVer">
    <vt:lpwstr>1033-12.2.0.21546</vt:lpwstr>
  </property>
</Properties>
</file>